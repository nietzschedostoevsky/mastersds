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16.xml" ContentType="application/vnd.openxmlformats-officedocument.presentationml.slideMaster+xml"/>
  <Override PartName="/ppt/slideMasters/slideMaster4.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16.xml.rels" ContentType="application/vnd.openxmlformats-package.relationships+xml"/>
  <Override PartName="/ppt/slideMasters/_rels/slideMaster11.xml.rels" ContentType="application/vnd.openxmlformats-package.relationships+xml"/>
  <Override PartName="/ppt/slideMasters/_rels/slideMaster10.xml.rels" ContentType="application/vnd.openxmlformats-package.relationships+xml"/>
  <Override PartName="/ppt/slideMasters/_rels/slideMaster9.xml.rels" ContentType="application/vnd.openxmlformats-package.relationships+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8.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16.xml" ContentType="application/vnd.openxmlformats-officedocument.theme+xml"/>
  <Override PartName="/ppt/theme/theme6.xml" ContentType="application/vnd.openxmlformats-officedocument.theme+xml"/>
  <Override PartName="/ppt/theme/theme15.xml" ContentType="application/vnd.openxmlformats-officedocument.theme+xml"/>
  <Override PartName="/ppt/theme/theme5.xml" ContentType="application/vnd.openxmlformats-officedocument.theme+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7.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5.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3.xml.rels" ContentType="application/vnd.openxmlformats-package.relationships+xml"/>
  <Override PartName="/ppt/slideLayouts/_rels/slideLayout11.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25.xml" ContentType="application/vnd.openxmlformats-officedocument.presentationml.slide+xml"/>
  <Override PartName="/ppt/slides/slide37.xml" ContentType="application/vnd.openxmlformats-officedocument.presentationml.slide+xml"/>
  <Override PartName="/ppt/slides/_rels/slide10.xml.rels" ContentType="application/vnd.openxmlformats-package.relationships+xml"/>
  <Override PartName="/ppt/slides/_rels/slide17.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9.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35.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13.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slide38.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41.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_rels/presentation.xml.rels" ContentType="application/vnd.openxmlformats-package.relationships+xml"/>
  <Override PartName="/ppt/media/image27.png" ContentType="image/png"/>
  <Override PartName="/ppt/media/image21.jpeg" ContentType="image/jpeg"/>
  <Override PartName="/ppt/media/image26.png" ContentType="image/png"/>
  <Override PartName="/ppt/media/media29.mp4" ContentType="video/mp4"/>
  <Override PartName="/ppt/media/image52.png" ContentType="image/png"/>
  <Override PartName="/ppt/media/image25.png" ContentType="image/png"/>
  <Override PartName="/ppt/media/image24.png" ContentType="image/png"/>
  <Override PartName="/ppt/media/image23.jpeg" ContentType="image/jpeg"/>
  <Override PartName="/ppt/media/image10.png" ContentType="image/png"/>
  <Override PartName="/ppt/media/image47.png" ContentType="image/png"/>
  <Override PartName="/ppt/media/image19.png" ContentType="image/png"/>
  <Override PartName="/ppt/media/image20.png" ContentType="image/png"/>
  <Override PartName="/ppt/media/image57.png" ContentType="image/png"/>
  <Override PartName="/ppt/media/image18.png" ContentType="image/png"/>
  <Override PartName="/ppt/media/image6.jpeg" ContentType="image/jpeg"/>
  <Override PartName="/ppt/media/image15.png" ContentType="image/png"/>
  <Override PartName="/ppt/media/image14.jpeg" ContentType="image/jpeg"/>
  <Override PartName="/ppt/media/image9.jpeg" ContentType="image/jpeg"/>
  <Override PartName="/ppt/media/image11.png" ContentType="image/png"/>
  <Override PartName="/ppt/media/image48.png" ContentType="image/png"/>
  <Override PartName="/ppt/media/image5.jpeg" ContentType="image/jpeg"/>
  <Override PartName="/ppt/media/image50.png" ContentType="image/png"/>
  <Override PartName="/ppt/media/image17.jpeg" ContentType="image/jpeg"/>
  <Override PartName="/ppt/media/image1.png" ContentType="image/png"/>
  <Override PartName="/ppt/media/image33.png" ContentType="image/png"/>
  <Override PartName="/ppt/media/image16.png" ContentType="image/png"/>
  <Override PartName="/ppt/media/image7.png" ContentType="image/png"/>
  <Override PartName="/ppt/media/image39.png" ContentType="image/png"/>
  <Override PartName="/ppt/media/image40.png" ContentType="image/png"/>
  <Override PartName="/ppt/media/image32.png" ContentType="image/png"/>
  <Override PartName="/ppt/media/image44.png" ContentType="image/png"/>
  <Override PartName="/ppt/media/image45.png" ContentType="image/png"/>
  <Override PartName="/ppt/media/image51.png" ContentType="image/png"/>
  <Override PartName="/ppt/media/image41.png" ContentType="image/png"/>
  <Override PartName="/ppt/media/image53.png" ContentType="image/png"/>
  <Override PartName="/ppt/media/image42.png" ContentType="image/png"/>
  <Override PartName="/ppt/media/image54.png" ContentType="image/png"/>
  <Override PartName="/ppt/media/image43.png" ContentType="image/png"/>
  <Override PartName="/ppt/media/image55.png" ContentType="image/png"/>
  <Override PartName="/ppt/media/image46.png" ContentType="image/png"/>
  <Override PartName="/ppt/media/image58.png" ContentType="image/png"/>
  <Override PartName="/ppt/media/image31.png" ContentType="image/png"/>
  <Override PartName="/ppt/media/image22.jpeg" ContentType="image/jpeg"/>
  <Override PartName="/ppt/media/image37.png" ContentType="image/png"/>
  <Override PartName="/ppt/media/image59.jpeg" ContentType="image/jpeg"/>
  <Override PartName="/ppt/media/image30.png" ContentType="image/png"/>
  <Override PartName="/ppt/media/image38.png" ContentType="image/png"/>
  <Override PartName="/ppt/media/image8.jpeg" ContentType="image/jpeg"/>
  <Override PartName="/ppt/media/image28.png" ContentType="image/png"/>
  <Override PartName="/ppt/media/image49.png" ContentType="image/png"/>
  <Override PartName="/ppt/media/image56.gif" ContentType="image/gif"/>
  <Override PartName="/ppt/media/image12.png" ContentType="image/png"/>
  <Override PartName="/ppt/media/image3.png" ContentType="image/png"/>
  <Override PartName="/ppt/media/image35.png" ContentType="image/png"/>
  <Override PartName="/ppt/media/image13.jpeg" ContentType="image/jpeg"/>
  <Override PartName="/ppt/media/image4.png" ContentType="image/png"/>
  <Override PartName="/ppt/media/image36.png" ContentType="image/png"/>
  <Override PartName="/ppt/media/image2.png" ContentType="image/png"/>
  <Override PartName="/ppt/media/image34.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Lst>
  <p:sldIdLst>
    <p:sldId id="256" r:id="rId18"/>
    <p:sldId id="257" r:id="rId19"/>
    <p:sldId id="258" r:id="rId20"/>
    <p:sldId id="259" r:id="rId21"/>
    <p:sldId id="260" r:id="rId22"/>
    <p:sldId id="261" r:id="rId23"/>
    <p:sldId id="262" r:id="rId24"/>
    <p:sldId id="263" r:id="rId25"/>
    <p:sldId id="264" r:id="rId26"/>
    <p:sldId id="265" r:id="rId27"/>
    <p:sldId id="266" r:id="rId28"/>
    <p:sldId id="267" r:id="rId29"/>
    <p:sldId id="268" r:id="rId30"/>
    <p:sldId id="269" r:id="rId31"/>
    <p:sldId id="270" r:id="rId32"/>
    <p:sldId id="271" r:id="rId33"/>
    <p:sldId id="272" r:id="rId34"/>
    <p:sldId id="273" r:id="rId35"/>
    <p:sldId id="274" r:id="rId36"/>
    <p:sldId id="275" r:id="rId37"/>
    <p:sldId id="276" r:id="rId38"/>
    <p:sldId id="277" r:id="rId39"/>
    <p:sldId id="278" r:id="rId40"/>
    <p:sldId id="279" r:id="rId41"/>
    <p:sldId id="280" r:id="rId42"/>
    <p:sldId id="281" r:id="rId43"/>
    <p:sldId id="282" r:id="rId44"/>
    <p:sldId id="283" r:id="rId45"/>
    <p:sldId id="284" r:id="rId46"/>
    <p:sldId id="285" r:id="rId47"/>
    <p:sldId id="286" r:id="rId48"/>
    <p:sldId id="287" r:id="rId49"/>
    <p:sldId id="288" r:id="rId50"/>
    <p:sldId id="289" r:id="rId51"/>
    <p:sldId id="290" r:id="rId52"/>
    <p:sldId id="291" r:id="rId53"/>
    <p:sldId id="292" r:id="rId54"/>
    <p:sldId id="293" r:id="rId55"/>
    <p:sldId id="294" r:id="rId56"/>
    <p:sldId id="295" r:id="rId57"/>
    <p:sldId id="296" r:id="rId58"/>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 Target="slides/slide1.xml"/><Relationship Id="rId19" Type="http://schemas.openxmlformats.org/officeDocument/2006/relationships/slide" Target="slides/slide2.xml"/><Relationship Id="rId20" Type="http://schemas.openxmlformats.org/officeDocument/2006/relationships/slide" Target="slides/slide3.xml"/><Relationship Id="rId21" Type="http://schemas.openxmlformats.org/officeDocument/2006/relationships/slide" Target="slides/slide4.xml"/><Relationship Id="rId22" Type="http://schemas.openxmlformats.org/officeDocument/2006/relationships/slide" Target="slides/slide5.xml"/><Relationship Id="rId23" Type="http://schemas.openxmlformats.org/officeDocument/2006/relationships/slide" Target="slides/slide6.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9.xml"/><Relationship Id="rId27" Type="http://schemas.openxmlformats.org/officeDocument/2006/relationships/slide" Target="slides/slide10.xml"/><Relationship Id="rId28" Type="http://schemas.openxmlformats.org/officeDocument/2006/relationships/slide" Target="slides/slide11.xml"/><Relationship Id="rId29" Type="http://schemas.openxmlformats.org/officeDocument/2006/relationships/slide" Target="slides/slide12.xml"/><Relationship Id="rId30" Type="http://schemas.openxmlformats.org/officeDocument/2006/relationships/slide" Target="slides/slide13.xml"/><Relationship Id="rId31" Type="http://schemas.openxmlformats.org/officeDocument/2006/relationships/slide" Target="slides/slide14.xml"/><Relationship Id="rId32" Type="http://schemas.openxmlformats.org/officeDocument/2006/relationships/slide" Target="slides/slide15.xml"/><Relationship Id="rId33" Type="http://schemas.openxmlformats.org/officeDocument/2006/relationships/slide" Target="slides/slide16.xml"/><Relationship Id="rId34" Type="http://schemas.openxmlformats.org/officeDocument/2006/relationships/slide" Target="slides/slide17.xml"/><Relationship Id="rId35" Type="http://schemas.openxmlformats.org/officeDocument/2006/relationships/slide" Target="slides/slide18.xml"/><Relationship Id="rId36" Type="http://schemas.openxmlformats.org/officeDocument/2006/relationships/slide" Target="slides/slide19.xml"/><Relationship Id="rId37" Type="http://schemas.openxmlformats.org/officeDocument/2006/relationships/slide" Target="slides/slide20.xml"/><Relationship Id="rId38" Type="http://schemas.openxmlformats.org/officeDocument/2006/relationships/slide" Target="slides/slide21.xml"/><Relationship Id="rId39" Type="http://schemas.openxmlformats.org/officeDocument/2006/relationships/slide" Target="slides/slide22.xml"/><Relationship Id="rId40" Type="http://schemas.openxmlformats.org/officeDocument/2006/relationships/slide" Target="slides/slide23.xml"/><Relationship Id="rId41" Type="http://schemas.openxmlformats.org/officeDocument/2006/relationships/slide" Target="slides/slide24.xml"/><Relationship Id="rId42" Type="http://schemas.openxmlformats.org/officeDocument/2006/relationships/slide" Target="slides/slide25.xml"/><Relationship Id="rId43" Type="http://schemas.openxmlformats.org/officeDocument/2006/relationships/slide" Target="slides/slide26.xml"/><Relationship Id="rId44" Type="http://schemas.openxmlformats.org/officeDocument/2006/relationships/slide" Target="slides/slide27.xml"/><Relationship Id="rId45" Type="http://schemas.openxmlformats.org/officeDocument/2006/relationships/slide" Target="slides/slide28.xml"/><Relationship Id="rId46" Type="http://schemas.openxmlformats.org/officeDocument/2006/relationships/slide" Target="slides/slide29.xml"/><Relationship Id="rId47" Type="http://schemas.openxmlformats.org/officeDocument/2006/relationships/slide" Target="slides/slide30.xml"/><Relationship Id="rId48" Type="http://schemas.openxmlformats.org/officeDocument/2006/relationships/slide" Target="slides/slide31.xml"/><Relationship Id="rId49" Type="http://schemas.openxmlformats.org/officeDocument/2006/relationships/slide" Target="slides/slide32.xml"/><Relationship Id="rId50" Type="http://schemas.openxmlformats.org/officeDocument/2006/relationships/slide" Target="slides/slide33.xml"/><Relationship Id="rId51" Type="http://schemas.openxmlformats.org/officeDocument/2006/relationships/slide" Target="slides/slide34.xml"/><Relationship Id="rId52" Type="http://schemas.openxmlformats.org/officeDocument/2006/relationships/slide" Target="slides/slide35.xml"/><Relationship Id="rId53" Type="http://schemas.openxmlformats.org/officeDocument/2006/relationships/slide" Target="slides/slide36.xml"/><Relationship Id="rId54" Type="http://schemas.openxmlformats.org/officeDocument/2006/relationships/slide" Target="slides/slide37.xml"/><Relationship Id="rId55" Type="http://schemas.openxmlformats.org/officeDocument/2006/relationships/slide" Target="slides/slide38.xml"/><Relationship Id="rId56" Type="http://schemas.openxmlformats.org/officeDocument/2006/relationships/slide" Target="slides/slide39.xml"/><Relationship Id="rId57" Type="http://schemas.openxmlformats.org/officeDocument/2006/relationships/slide" Target="slides/slide40.xml"/><Relationship Id="rId58" Type="http://schemas.openxmlformats.org/officeDocument/2006/relationships/slide" Target="slides/slide41.xml"/><Relationship Id="rId5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27" name="PlaceHolder 1"/>
          <p:cNvSpPr>
            <a:spLocks noGrp="1"/>
          </p:cNvSpPr>
          <p:nvPr>
            <p:ph type="title"/>
          </p:nvPr>
        </p:nvSpPr>
        <p:spPr>
          <a:xfrm>
            <a:off x="677160" y="609480"/>
            <a:ext cx="8596440" cy="132048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rebuchet MS"/>
            </a:endParaRPr>
          </a:p>
        </p:txBody>
      </p:sp>
      <p:sp>
        <p:nvSpPr>
          <p:cNvPr id="28" name="PlaceHolder 2"/>
          <p:cNvSpPr>
            <a:spLocks noGrp="1"/>
          </p:cNvSpPr>
          <p:nvPr>
            <p:ph type="subTitle"/>
          </p:nvPr>
        </p:nvSpPr>
        <p:spPr>
          <a:xfrm>
            <a:off x="677160" y="2160720"/>
            <a:ext cx="8596440" cy="388044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C594FD2D-D730-4B9C-A1B7-21C25F541A8F}"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BF8295E1-2639-442C-AA8C-C004B0B2AA1B}" type="slidenum">
              <a:t>&lt;#&gt;</a:t>
            </a:fld>
          </a:p>
        </p:txBody>
      </p:sp>
      <p:sp>
        <p:nvSpPr>
          <p:cNvPr id="4" name="PlaceHolder 3"/>
          <p:cNvSpPr>
            <a:spLocks noGrp="1"/>
          </p:cNvSpPr>
          <p:nvPr>
            <p:ph type="dt" idx="4"/>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322CCF5C-835D-4A64-951F-EE542C917487}" type="slidenum">
              <a:t>&lt;#&gt;</a:t>
            </a:fld>
          </a:p>
        </p:txBody>
      </p:sp>
      <p:sp>
        <p:nvSpPr>
          <p:cNvPr id="4" name="PlaceHolder 3"/>
          <p:cNvSpPr>
            <a:spLocks noGrp="1"/>
          </p:cNvSpPr>
          <p:nvPr>
            <p:ph type="dt" idx="7"/>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1597C0DF-C5F6-41A0-8FC8-C7840ABD1077}" type="slidenum">
              <a:t>&lt;#&gt;</a:t>
            </a:fld>
          </a:p>
        </p:txBody>
      </p:sp>
      <p:sp>
        <p:nvSpPr>
          <p:cNvPr id="4" name="PlaceHolder 3"/>
          <p:cNvSpPr>
            <a:spLocks noGrp="1"/>
          </p:cNvSpPr>
          <p:nvPr>
            <p:ph type="dt" idx="10"/>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Name Card">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37C1F14F-0727-486B-AB52-2374BD113CA9}" type="slidenum">
              <a:t>&lt;#&gt;</a:t>
            </a:fld>
          </a:p>
        </p:txBody>
      </p:sp>
      <p:sp>
        <p:nvSpPr>
          <p:cNvPr id="4" name="PlaceHolder 3"/>
          <p:cNvSpPr>
            <a:spLocks noGrp="1"/>
          </p:cNvSpPr>
          <p:nvPr>
            <p:ph type="dt" idx="13"/>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ue or False">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5C0E46F9-BD0E-409E-9947-02BF9E2A3504}" type="slidenum">
              <a:t>&lt;#&gt;</a:t>
            </a:fld>
          </a:p>
        </p:txBody>
      </p:sp>
      <p:sp>
        <p:nvSpPr>
          <p:cNvPr id="4" name="PlaceHolder 3"/>
          <p:cNvSpPr>
            <a:spLocks noGrp="1"/>
          </p:cNvSpPr>
          <p:nvPr>
            <p:ph type="dt" idx="16"/>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266C3393-BC87-4157-AA4A-D8073453D5DF}" type="slidenum">
              <a:t>&lt;#&gt;</a:t>
            </a:fld>
          </a:p>
        </p:txBody>
      </p:sp>
      <p:sp>
        <p:nvSpPr>
          <p:cNvPr id="4" name="PlaceHolder 3"/>
          <p:cNvSpPr>
            <a:spLocks noGrp="1"/>
          </p:cNvSpPr>
          <p:nvPr>
            <p:ph type="dt" idx="19"/>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0DB2BB27-4D34-415C-8FD6-E7175E2B118F}" type="slidenum">
              <a:t>&lt;#&gt;</a:t>
            </a:fld>
          </a:p>
        </p:txBody>
      </p:sp>
      <p:sp>
        <p:nvSpPr>
          <p:cNvPr id="4" name="PlaceHolder 3"/>
          <p:cNvSpPr>
            <a:spLocks noGrp="1"/>
          </p:cNvSpPr>
          <p:nvPr>
            <p:ph type="dt" idx="22"/>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64" name="PlaceHolder 1"/>
          <p:cNvSpPr>
            <a:spLocks noGrp="1"/>
          </p:cNvSpPr>
          <p:nvPr>
            <p:ph type="title"/>
          </p:nvPr>
        </p:nvSpPr>
        <p:spPr>
          <a:xfrm>
            <a:off x="677160" y="609480"/>
            <a:ext cx="8596440" cy="132048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rebuchet MS"/>
            </a:endParaRPr>
          </a:p>
        </p:txBody>
      </p:sp>
      <p:sp>
        <p:nvSpPr>
          <p:cNvPr id="165" name="PlaceHolder 2"/>
          <p:cNvSpPr>
            <a:spLocks noGrp="1"/>
          </p:cNvSpPr>
          <p:nvPr>
            <p:ph/>
          </p:nvPr>
        </p:nvSpPr>
        <p:spPr>
          <a:xfrm>
            <a:off x="677160" y="2160720"/>
            <a:ext cx="8596440" cy="388044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Trebuchet MS"/>
            </a:endParaRPr>
          </a:p>
        </p:txBody>
      </p:sp>
      <p:sp>
        <p:nvSpPr>
          <p:cNvPr id="4" name="PlaceHolder 3"/>
          <p:cNvSpPr>
            <a:spLocks noGrp="1"/>
          </p:cNvSpPr>
          <p:nvPr>
            <p:ph type="ftr" idx="26"/>
          </p:nvPr>
        </p:nvSpPr>
        <p:spPr/>
        <p:txBody>
          <a:bodyPr/>
          <a:p>
            <a:r>
              <a:t>Footer</a:t>
            </a:r>
          </a:p>
        </p:txBody>
      </p:sp>
      <p:sp>
        <p:nvSpPr>
          <p:cNvPr id="5" name="PlaceHolder 4"/>
          <p:cNvSpPr>
            <a:spLocks noGrp="1"/>
          </p:cNvSpPr>
          <p:nvPr>
            <p:ph type="sldNum" idx="27"/>
          </p:nvPr>
        </p:nvSpPr>
        <p:spPr/>
        <p:txBody>
          <a:bodyPr/>
          <a:p>
            <a:fld id="{E5A0A802-C61B-4A55-AA1B-B137A7BCD5F9}" type="slidenum">
              <a:t>&lt;#&gt;</a:t>
            </a:fld>
          </a:p>
        </p:txBody>
      </p:sp>
      <p:sp>
        <p:nvSpPr>
          <p:cNvPr id="6" name="PlaceHolder 5"/>
          <p:cNvSpPr>
            <a:spLocks noGrp="1"/>
          </p:cNvSpPr>
          <p:nvPr>
            <p:ph type="dt" idx="25"/>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335849B8-6627-4D9C-8F13-628608B66F96}" type="slidenum">
              <a:t>&lt;#&gt;</a:t>
            </a:fld>
          </a:p>
        </p:txBody>
      </p:sp>
      <p:sp>
        <p:nvSpPr>
          <p:cNvPr id="4" name="PlaceHolder 3"/>
          <p:cNvSpPr>
            <a:spLocks noGrp="1"/>
          </p:cNvSpPr>
          <p:nvPr>
            <p:ph type="dt" idx="28"/>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199" name="PlaceHolder 1"/>
          <p:cNvSpPr>
            <a:spLocks noGrp="1"/>
          </p:cNvSpPr>
          <p:nvPr>
            <p:ph type="title"/>
          </p:nvPr>
        </p:nvSpPr>
        <p:spPr>
          <a:xfrm>
            <a:off x="677160" y="609480"/>
            <a:ext cx="8596440" cy="132048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rebuchet MS"/>
            </a:endParaRPr>
          </a:p>
        </p:txBody>
      </p:sp>
      <p:sp>
        <p:nvSpPr>
          <p:cNvPr id="200" name="PlaceHolder 2"/>
          <p:cNvSpPr>
            <a:spLocks noGrp="1"/>
          </p:cNvSpPr>
          <p:nvPr>
            <p:ph/>
          </p:nvPr>
        </p:nvSpPr>
        <p:spPr>
          <a:xfrm>
            <a:off x="677160" y="2160720"/>
            <a:ext cx="4194720" cy="388044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Trebuchet MS"/>
            </a:endParaRPr>
          </a:p>
        </p:txBody>
      </p:sp>
      <p:sp>
        <p:nvSpPr>
          <p:cNvPr id="201" name="PlaceHolder 3"/>
          <p:cNvSpPr>
            <a:spLocks noGrp="1"/>
          </p:cNvSpPr>
          <p:nvPr>
            <p:ph/>
          </p:nvPr>
        </p:nvSpPr>
        <p:spPr>
          <a:xfrm>
            <a:off x="5082120" y="2160720"/>
            <a:ext cx="4194720" cy="388044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Trebuchet MS"/>
            </a:endParaRPr>
          </a:p>
        </p:txBody>
      </p:sp>
      <p:sp>
        <p:nvSpPr>
          <p:cNvPr id="5" name="PlaceHolder 4"/>
          <p:cNvSpPr>
            <a:spLocks noGrp="1"/>
          </p:cNvSpPr>
          <p:nvPr>
            <p:ph type="ftr" idx="32"/>
          </p:nvPr>
        </p:nvSpPr>
        <p:spPr/>
        <p:txBody>
          <a:bodyPr/>
          <a:p>
            <a:r>
              <a:t>Footer</a:t>
            </a:r>
          </a:p>
        </p:txBody>
      </p:sp>
      <p:sp>
        <p:nvSpPr>
          <p:cNvPr id="6" name="PlaceHolder 5"/>
          <p:cNvSpPr>
            <a:spLocks noGrp="1"/>
          </p:cNvSpPr>
          <p:nvPr>
            <p:ph type="sldNum" idx="33"/>
          </p:nvPr>
        </p:nvSpPr>
        <p:spPr/>
        <p:txBody>
          <a:bodyPr/>
          <a:p>
            <a:fld id="{A0E4D968-9347-4561-9641-30D57E4EBAAC}" type="slidenum">
              <a:t>&lt;#&gt;</a:t>
            </a:fld>
          </a:p>
        </p:txBody>
      </p:sp>
      <p:sp>
        <p:nvSpPr>
          <p:cNvPr id="7" name="PlaceHolder 6"/>
          <p:cNvSpPr>
            <a:spLocks noGrp="1"/>
          </p:cNvSpPr>
          <p:nvPr>
            <p:ph type="dt" idx="31"/>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35"/>
          </p:nvPr>
        </p:nvSpPr>
        <p:spPr/>
        <p:txBody>
          <a:bodyPr/>
          <a:p>
            <a:r>
              <a:t>Footer</a:t>
            </a:r>
          </a:p>
        </p:txBody>
      </p:sp>
      <p:sp>
        <p:nvSpPr>
          <p:cNvPr id="3" name="PlaceHolder 2"/>
          <p:cNvSpPr>
            <a:spLocks noGrp="1"/>
          </p:cNvSpPr>
          <p:nvPr>
            <p:ph type="sldNum" idx="36"/>
          </p:nvPr>
        </p:nvSpPr>
        <p:spPr/>
        <p:txBody>
          <a:bodyPr/>
          <a:p>
            <a:fld id="{C853B477-E886-4EC2-B875-12FE13B3DC60}" type="slidenum">
              <a:t>&lt;#&gt;</a:t>
            </a:fld>
          </a:p>
        </p:txBody>
      </p:sp>
      <p:sp>
        <p:nvSpPr>
          <p:cNvPr id="4" name="PlaceHolder 3"/>
          <p:cNvSpPr>
            <a:spLocks noGrp="1"/>
          </p:cNvSpPr>
          <p:nvPr>
            <p:ph type="dt" idx="34"/>
          </p:nvPr>
        </p:nvSpPr>
        <p:spPr/>
        <p:txBody>
          <a:bodyPr/>
          <a:p>
            <a:r>
              <a:rPr lang="en-IN"/>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36" name="PlaceHolder 1"/>
          <p:cNvSpPr>
            <a:spLocks noGrp="1"/>
          </p:cNvSpPr>
          <p:nvPr>
            <p:ph type="title"/>
          </p:nvPr>
        </p:nvSpPr>
        <p:spPr>
          <a:xfrm>
            <a:off x="677160" y="609480"/>
            <a:ext cx="8596440" cy="132048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rebuchet MS"/>
            </a:endParaRPr>
          </a:p>
        </p:txBody>
      </p:sp>
      <p:sp>
        <p:nvSpPr>
          <p:cNvPr id="3" name="PlaceHolder 2"/>
          <p:cNvSpPr>
            <a:spLocks noGrp="1"/>
          </p:cNvSpPr>
          <p:nvPr>
            <p:ph type="ftr" idx="38"/>
          </p:nvPr>
        </p:nvSpPr>
        <p:spPr/>
        <p:txBody>
          <a:bodyPr/>
          <a:p>
            <a:r>
              <a:t>Footer</a:t>
            </a:r>
          </a:p>
        </p:txBody>
      </p:sp>
      <p:sp>
        <p:nvSpPr>
          <p:cNvPr id="4" name="PlaceHolder 3"/>
          <p:cNvSpPr>
            <a:spLocks noGrp="1"/>
          </p:cNvSpPr>
          <p:nvPr>
            <p:ph type="sldNum" idx="39"/>
          </p:nvPr>
        </p:nvSpPr>
        <p:spPr/>
        <p:txBody>
          <a:bodyPr/>
          <a:p>
            <a:fld id="{B8A1530D-0B0A-4D26-95C7-9573A05AE2DF}" type="slidenum">
              <a:t>&lt;#&gt;</a:t>
            </a:fld>
          </a:p>
        </p:txBody>
      </p:sp>
      <p:sp>
        <p:nvSpPr>
          <p:cNvPr id="5" name="PlaceHolder 4"/>
          <p:cNvSpPr>
            <a:spLocks noGrp="1"/>
          </p:cNvSpPr>
          <p:nvPr>
            <p:ph type="dt" idx="37"/>
          </p:nvPr>
        </p:nvSpPr>
        <p:spPr/>
        <p:txBody>
          <a:bodyPr/>
          <a:p>
            <a:r>
              <a:rPr lang="en-IN"/>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41"/>
          </p:nvPr>
        </p:nvSpPr>
        <p:spPr/>
        <p:txBody>
          <a:bodyPr/>
          <a:p>
            <a:r>
              <a:t>Footer</a:t>
            </a:r>
          </a:p>
        </p:txBody>
      </p:sp>
      <p:sp>
        <p:nvSpPr>
          <p:cNvPr id="3" name="PlaceHolder 2"/>
          <p:cNvSpPr>
            <a:spLocks noGrp="1"/>
          </p:cNvSpPr>
          <p:nvPr>
            <p:ph type="sldNum" idx="42"/>
          </p:nvPr>
        </p:nvSpPr>
        <p:spPr/>
        <p:txBody>
          <a:bodyPr/>
          <a:p>
            <a:fld id="{39DCD306-9802-445B-83FE-F4E83D4705F1}" type="slidenum">
              <a:t>&lt;#&gt;</a:t>
            </a:fld>
          </a:p>
        </p:txBody>
      </p:sp>
      <p:sp>
        <p:nvSpPr>
          <p:cNvPr id="4" name="PlaceHolder 3"/>
          <p:cNvSpPr>
            <a:spLocks noGrp="1"/>
          </p:cNvSpPr>
          <p:nvPr>
            <p:ph type="dt" idx="40"/>
          </p:nvPr>
        </p:nvSpPr>
        <p:spPr/>
        <p:txBody>
          <a:bodyPr/>
          <a:p>
            <a:r>
              <a:rPr lang="en-IN"/>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44"/>
          </p:nvPr>
        </p:nvSpPr>
        <p:spPr/>
        <p:txBody>
          <a:bodyPr/>
          <a:p>
            <a:r>
              <a:t>Footer</a:t>
            </a:r>
          </a:p>
        </p:txBody>
      </p:sp>
      <p:sp>
        <p:nvSpPr>
          <p:cNvPr id="3" name="PlaceHolder 2"/>
          <p:cNvSpPr>
            <a:spLocks noGrp="1"/>
          </p:cNvSpPr>
          <p:nvPr>
            <p:ph type="sldNum" idx="45"/>
          </p:nvPr>
        </p:nvSpPr>
        <p:spPr/>
        <p:txBody>
          <a:bodyPr/>
          <a:p>
            <a:fld id="{F74B5855-E288-47D5-B679-48157E41E923}" type="slidenum">
              <a:t>&lt;#&gt;</a:t>
            </a:fld>
          </a:p>
        </p:txBody>
      </p:sp>
      <p:sp>
        <p:nvSpPr>
          <p:cNvPr id="4" name="PlaceHolder 3"/>
          <p:cNvSpPr>
            <a:spLocks noGrp="1"/>
          </p:cNvSpPr>
          <p:nvPr>
            <p:ph type="dt" idx="43"/>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46"/>
          </p:nvPr>
        </p:nvSpPr>
        <p:spPr/>
        <p:txBody>
          <a:bodyPr/>
          <a:p>
            <a:r>
              <a:t>Footer</a:t>
            </a:r>
          </a:p>
        </p:txBody>
      </p:sp>
      <p:sp>
        <p:nvSpPr>
          <p:cNvPr id="3" name="PlaceHolder 2"/>
          <p:cNvSpPr>
            <a:spLocks noGrp="1"/>
          </p:cNvSpPr>
          <p:nvPr>
            <p:ph type="sldNum" idx="47"/>
          </p:nvPr>
        </p:nvSpPr>
        <p:spPr/>
        <p:txBody>
          <a:bodyPr/>
          <a:p>
            <a:fld id="{701717D0-5A73-4C0D-921D-7D8ACD769ED7}" type="slidenum">
              <a:t>&lt;#&gt;</a:t>
            </a:fld>
          </a:p>
        </p:txBody>
      </p:sp>
      <p:sp>
        <p:nvSpPr>
          <p:cNvPr id="4" name="PlaceHolder 3"/>
          <p:cNvSpPr>
            <a:spLocks noGrp="1"/>
          </p:cNvSpPr>
          <p:nvPr>
            <p:ph type="dt" idx="48"/>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0" name="Group 43"/>
          <p:cNvGrpSpPr/>
          <p:nvPr/>
        </p:nvGrpSpPr>
        <p:grpSpPr>
          <a:xfrm>
            <a:off x="0" y="-8640"/>
            <a:ext cx="12191760" cy="6866640"/>
            <a:chOff x="0" y="-8640"/>
            <a:chExt cx="12191760" cy="6866640"/>
          </a:xfrm>
        </p:grpSpPr>
        <p:cxnSp>
          <p:nvCxnSpPr>
            <p:cNvPr id="1"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2"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3"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5"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6"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7"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8"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9"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0"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grpSp>
        <p:nvGrpSpPr>
          <p:cNvPr id="11" name="Group 15"/>
          <p:cNvGrpSpPr/>
          <p:nvPr/>
        </p:nvGrpSpPr>
        <p:grpSpPr>
          <a:xfrm>
            <a:off x="0" y="-8640"/>
            <a:ext cx="12191760" cy="6866640"/>
            <a:chOff x="0" y="-8640"/>
            <a:chExt cx="12191760" cy="6866640"/>
          </a:xfrm>
        </p:grpSpPr>
        <p:sp>
          <p:nvSpPr>
            <p:cNvPr id="12" name="Freeform 14"/>
            <p:cNvSpPr/>
            <p:nvPr/>
          </p:nvSpPr>
          <p:spPr>
            <a:xfrm>
              <a:off x="0" y="-7920"/>
              <a:ext cx="863280" cy="5697720"/>
            </a:xfrm>
            <a:custGeom>
              <a:avLst/>
              <a:gdLst>
                <a:gd name="textAreaLeft" fmla="*/ 0 w 863280"/>
                <a:gd name="textAreaRight" fmla="*/ 863640 w 863280"/>
                <a:gd name="textAreaTop" fmla="*/ 0 h 5697720"/>
                <a:gd name="textAreaBottom" fmla="*/ 5698080 h 5697720"/>
              </a:gdLst>
              <a:ahLst/>
              <a:rect l="textAreaLeft" t="textAreaTop" r="textAreaRight" b="textAreaBottom"/>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cxnSp>
          <p:nvCxnSpPr>
            <p:cNvPr id="13" name="Straight Connector 18"/>
            <p:cNvCxnSpPr/>
            <p:nvPr/>
          </p:nvCxnSpPr>
          <p:spPr>
            <a:xfrm>
              <a:off x="9370800" y="0"/>
              <a:ext cx="1219680" cy="6858360"/>
            </a:xfrm>
            <a:prstGeom prst="straightConnector1">
              <a:avLst/>
            </a:prstGeom>
            <a:ln cap="rnd" w="9525">
              <a:solidFill>
                <a:srgbClr val="5fcbef">
                  <a:alpha val="70000"/>
                </a:srgbClr>
              </a:solidFill>
              <a:round/>
            </a:ln>
          </p:spPr>
        </p:cxnSp>
        <p:cxnSp>
          <p:nvCxnSpPr>
            <p:cNvPr id="14" name="Straight Connector 19"/>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15"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6"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7" name="Isosceles Triangle 22"/>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8"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9"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0"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1" name="Isosceles Triangle 26"/>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grpSp>
      <p:sp>
        <p:nvSpPr>
          <p:cNvPr id="22" name="PlaceHolder 1"/>
          <p:cNvSpPr>
            <a:spLocks noGrp="1"/>
          </p:cNvSpPr>
          <p:nvPr>
            <p:ph type="title"/>
          </p:nvPr>
        </p:nvSpPr>
        <p:spPr>
          <a:xfrm>
            <a:off x="1506960" y="2404440"/>
            <a:ext cx="7766640" cy="1645920"/>
          </a:xfrm>
          <a:prstGeom prst="rect">
            <a:avLst/>
          </a:prstGeom>
          <a:noFill/>
          <a:ln w="0">
            <a:noFill/>
          </a:ln>
        </p:spPr>
        <p:txBody>
          <a:bodyPr lIns="91440" rIns="91440" tIns="45720" bIns="45720" anchor="b">
            <a:noAutofit/>
          </a:bodyPr>
          <a:p>
            <a:pPr indent="0" algn="r" defTabSz="457200">
              <a:lnSpc>
                <a:spcPct val="100000"/>
              </a:lnSpc>
              <a:buNone/>
            </a:pPr>
            <a:r>
              <a:rPr b="0" lang="en-US" sz="5400" spc="-1" strike="noStrike">
                <a:solidFill>
                  <a:schemeClr val="accent1"/>
                </a:solidFill>
                <a:latin typeface="Trebuchet MS"/>
              </a:rPr>
              <a:t>Click to edit Master title style</a:t>
            </a:r>
            <a:endParaRPr b="0" lang="en-US" sz="5400" spc="-1" strike="noStrike">
              <a:solidFill>
                <a:schemeClr val="dk1"/>
              </a:solidFill>
              <a:latin typeface="Trebuchet MS"/>
            </a:endParaRPr>
          </a:p>
        </p:txBody>
      </p:sp>
      <p:sp>
        <p:nvSpPr>
          <p:cNvPr id="23" name="PlaceHolder 2"/>
          <p:cNvSpPr>
            <a:spLocks noGrp="1"/>
          </p:cNvSpPr>
          <p:nvPr>
            <p:ph type="dt" idx="1"/>
          </p:nvPr>
        </p:nvSpPr>
        <p:spPr>
          <a:xfrm>
            <a:off x="7205040" y="6041520"/>
            <a:ext cx="9115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tint val="75000"/>
                  </a:schemeClr>
                </a:solidFill>
                <a:latin typeface="Trebuchet MS"/>
              </a:defRPr>
            </a:lvl1pPr>
          </a:lstStyle>
          <a:p>
            <a:pPr indent="0" algn="r" defTabSz="9144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24" name="PlaceHolder 3"/>
          <p:cNvSpPr>
            <a:spLocks noGrp="1"/>
          </p:cNvSpPr>
          <p:nvPr>
            <p:ph type="ftr" idx="2"/>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5" name="PlaceHolder 4"/>
          <p:cNvSpPr>
            <a:spLocks noGrp="1"/>
          </p:cNvSpPr>
          <p:nvPr>
            <p:ph type="sldNum" idx="3"/>
          </p:nvPr>
        </p:nvSpPr>
        <p:spPr>
          <a:xfrm>
            <a:off x="8590680" y="6041520"/>
            <a:ext cx="6829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accent1"/>
                </a:solidFill>
                <a:latin typeface="Trebuchet MS"/>
              </a:defRPr>
            </a:lvl1pPr>
          </a:lstStyle>
          <a:p>
            <a:pPr indent="0" algn="r" defTabSz="914400">
              <a:lnSpc>
                <a:spcPct val="100000"/>
              </a:lnSpc>
              <a:buNone/>
            </a:pPr>
            <a:fld id="{F976FE2A-DF50-46D9-B423-C5A321023779}"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
        <p:nvSpPr>
          <p:cNvPr id="2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chemeClr val="dk1">
                    <a:lumMod val="75000"/>
                    <a:lumOff val="25000"/>
                  </a:schemeClr>
                </a:solidFill>
                <a:latin typeface="Trebuchet MS"/>
              </a:rPr>
              <a:t>Click to edit the outline text format</a:t>
            </a:r>
            <a:endParaRPr b="0" lang="en-US" sz="1800" spc="-1" strike="noStrike">
              <a:solidFill>
                <a:schemeClr val="dk1">
                  <a:lumMod val="75000"/>
                  <a:lumOff val="25000"/>
                </a:schemeClr>
              </a:solidFill>
              <a:latin typeface="Trebuchet MS"/>
            </a:endParaRPr>
          </a:p>
          <a:p>
            <a:pPr lvl="1" marL="864000" indent="-324000">
              <a:spcBef>
                <a:spcPts val="1134"/>
              </a:spcBef>
              <a:buClr>
                <a:srgbClr val="000000"/>
              </a:buClr>
              <a:buSzPct val="75000"/>
              <a:buFont typeface="Symbol" charset="2"/>
              <a:buChar char=""/>
            </a:pPr>
            <a:r>
              <a:rPr b="0" lang="en-US" sz="1400" spc="-1" strike="noStrike">
                <a:solidFill>
                  <a:schemeClr val="dk1">
                    <a:lumMod val="75000"/>
                    <a:lumOff val="25000"/>
                  </a:schemeClr>
                </a:solidFill>
                <a:latin typeface="Trebuchet MS"/>
              </a:rPr>
              <a:t>Second Outline Level</a:t>
            </a:r>
            <a:endParaRPr b="0" lang="en-US" sz="1400" spc="-1" strike="noStrike">
              <a:solidFill>
                <a:schemeClr val="dk1">
                  <a:lumMod val="75000"/>
                  <a:lumOff val="25000"/>
                </a:schemeClr>
              </a:solidFill>
              <a:latin typeface="Trebuchet MS"/>
            </a:endParaRPr>
          </a:p>
          <a:p>
            <a:pPr lvl="2" marL="1296000" indent="-288000">
              <a:spcBef>
                <a:spcPts val="850"/>
              </a:spcBef>
              <a:buClr>
                <a:srgbClr val="000000"/>
              </a:buClr>
              <a:buSzPct val="45000"/>
              <a:buFont typeface="Wingdings" charset="2"/>
              <a:buChar char=""/>
            </a:pPr>
            <a:r>
              <a:rPr b="0" lang="en-US" sz="1200" spc="-1" strike="noStrike">
                <a:solidFill>
                  <a:schemeClr val="dk1">
                    <a:lumMod val="75000"/>
                    <a:lumOff val="25000"/>
                  </a:schemeClr>
                </a:solidFill>
                <a:latin typeface="Trebuchet MS"/>
              </a:rPr>
              <a:t>Third Outline Level</a:t>
            </a:r>
            <a:endParaRPr b="0" lang="en-US" sz="1200" spc="-1" strike="noStrike">
              <a:solidFill>
                <a:schemeClr val="dk1">
                  <a:lumMod val="75000"/>
                  <a:lumOff val="25000"/>
                </a:schemeClr>
              </a:solidFill>
              <a:latin typeface="Trebuchet MS"/>
            </a:endParaRPr>
          </a:p>
          <a:p>
            <a:pPr lvl="3" marL="1728000" indent="-216000">
              <a:spcBef>
                <a:spcPts val="567"/>
              </a:spcBef>
              <a:buClr>
                <a:srgbClr val="000000"/>
              </a:buClr>
              <a:buSzPct val="75000"/>
              <a:buFont typeface="Symbol" charset="2"/>
              <a:buChar char=""/>
            </a:pPr>
            <a:r>
              <a:rPr b="0" lang="en-US" sz="1200" spc="-1" strike="noStrike">
                <a:solidFill>
                  <a:schemeClr val="dk1">
                    <a:lumMod val="75000"/>
                    <a:lumOff val="25000"/>
                  </a:schemeClr>
                </a:solidFill>
                <a:latin typeface="Trebuchet MS"/>
              </a:rPr>
              <a:t>Fourth Outline Level</a:t>
            </a:r>
            <a:endParaRPr b="0" lang="en-US" sz="1200" spc="-1" strike="noStrike">
              <a:solidFill>
                <a:schemeClr val="dk1">
                  <a:lumMod val="75000"/>
                  <a:lumOff val="25000"/>
                </a:schemeClr>
              </a:solidFill>
              <a:latin typeface="Trebuchet MS"/>
            </a:endParaRPr>
          </a:p>
          <a:p>
            <a:pPr lvl="4" marL="2160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Trebuchet MS"/>
              </a:rPr>
              <a:t>Fifth Outline Level</a:t>
            </a:r>
            <a:endParaRPr b="0" lang="en-US" sz="2000" spc="-1" strike="noStrike">
              <a:solidFill>
                <a:schemeClr val="dk1">
                  <a:lumMod val="75000"/>
                  <a:lumOff val="25000"/>
                </a:schemeClr>
              </a:solidFill>
              <a:latin typeface="Trebuchet MS"/>
            </a:endParaRPr>
          </a:p>
          <a:p>
            <a:pPr lvl="5" marL="2592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Trebuchet MS"/>
              </a:rPr>
              <a:t>Sixth Outline Level</a:t>
            </a:r>
            <a:endParaRPr b="0" lang="en-US" sz="2000" spc="-1" strike="noStrike">
              <a:solidFill>
                <a:schemeClr val="dk1">
                  <a:lumMod val="75000"/>
                  <a:lumOff val="25000"/>
                </a:schemeClr>
              </a:solidFill>
              <a:latin typeface="Trebuchet MS"/>
            </a:endParaRPr>
          </a:p>
          <a:p>
            <a:pPr lvl="6" marL="3024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Trebuchet MS"/>
              </a:rPr>
              <a:t>Seventh Outline Level</a:t>
            </a:r>
            <a:endParaRPr b="0" lang="en-US" sz="2000" spc="-1" strike="noStrike">
              <a:solidFill>
                <a:schemeClr val="dk1">
                  <a:lumMod val="75000"/>
                  <a:lumOff val="25000"/>
                </a:schemeClr>
              </a:solidFill>
              <a:latin typeface="Trebuchet MS"/>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9" name="Group 43"/>
          <p:cNvGrpSpPr/>
          <p:nvPr/>
        </p:nvGrpSpPr>
        <p:grpSpPr>
          <a:xfrm>
            <a:off x="0" y="-8640"/>
            <a:ext cx="12191760" cy="6866640"/>
            <a:chOff x="0" y="-8640"/>
            <a:chExt cx="12191760" cy="6866640"/>
          </a:xfrm>
        </p:grpSpPr>
        <p:cxnSp>
          <p:nvCxnSpPr>
            <p:cNvPr id="30"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31"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32"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3"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4"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35"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36"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37"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38"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39"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40" name="PlaceHolder 1"/>
          <p:cNvSpPr>
            <a:spLocks noGrp="1"/>
          </p:cNvSpPr>
          <p:nvPr>
            <p:ph type="title"/>
          </p:nvPr>
        </p:nvSpPr>
        <p:spPr>
          <a:xfrm>
            <a:off x="677160" y="609480"/>
            <a:ext cx="8596440" cy="3403080"/>
          </a:xfrm>
          <a:prstGeom prst="rect">
            <a:avLst/>
          </a:prstGeom>
          <a:noFill/>
          <a:ln w="0">
            <a:noFill/>
          </a:ln>
        </p:spPr>
        <p:txBody>
          <a:bodyPr lIns="91440" rIns="91440" tIns="45720" bIns="45720" anchor="ctr">
            <a:normAutofit/>
          </a:bodyPr>
          <a:p>
            <a:pPr indent="0" defTabSz="457200">
              <a:lnSpc>
                <a:spcPct val="100000"/>
              </a:lnSpc>
              <a:buNone/>
            </a:pPr>
            <a:r>
              <a:rPr b="0" lang="en-US" sz="4400" spc="-1" strike="noStrike">
                <a:solidFill>
                  <a:schemeClr val="accent1"/>
                </a:solidFill>
                <a:latin typeface="Trebuchet MS"/>
              </a:rPr>
              <a:t>Click to edit Master title style</a:t>
            </a:r>
            <a:endParaRPr b="0" lang="en-US" sz="4400" spc="-1" strike="noStrike">
              <a:solidFill>
                <a:schemeClr val="dk1"/>
              </a:solidFill>
              <a:latin typeface="Trebuchet MS"/>
            </a:endParaRPr>
          </a:p>
        </p:txBody>
      </p:sp>
      <p:sp>
        <p:nvSpPr>
          <p:cNvPr id="41" name="PlaceHolder 2"/>
          <p:cNvSpPr>
            <a:spLocks noGrp="1"/>
          </p:cNvSpPr>
          <p:nvPr>
            <p:ph type="body"/>
          </p:nvPr>
        </p:nvSpPr>
        <p:spPr>
          <a:xfrm>
            <a:off x="677160" y="4470480"/>
            <a:ext cx="8596440" cy="157068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p:txBody>
      </p:sp>
      <p:sp>
        <p:nvSpPr>
          <p:cNvPr id="42" name="PlaceHolder 3"/>
          <p:cNvSpPr>
            <a:spLocks noGrp="1"/>
          </p:cNvSpPr>
          <p:nvPr>
            <p:ph type="dt" idx="4"/>
          </p:nvPr>
        </p:nvSpPr>
        <p:spPr>
          <a:xfrm>
            <a:off x="7205040" y="6041520"/>
            <a:ext cx="9115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tint val="75000"/>
                  </a:schemeClr>
                </a:solidFill>
                <a:latin typeface="Trebuchet MS"/>
              </a:defRPr>
            </a:lvl1pPr>
          </a:lstStyle>
          <a:p>
            <a:pPr indent="0" algn="r" defTabSz="9144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43" name="PlaceHolder 4"/>
          <p:cNvSpPr>
            <a:spLocks noGrp="1"/>
          </p:cNvSpPr>
          <p:nvPr>
            <p:ph type="ftr" idx="5"/>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44" name="PlaceHolder 5"/>
          <p:cNvSpPr>
            <a:spLocks noGrp="1"/>
          </p:cNvSpPr>
          <p:nvPr>
            <p:ph type="sldNum" idx="6"/>
          </p:nvPr>
        </p:nvSpPr>
        <p:spPr>
          <a:xfrm>
            <a:off x="8590680" y="6041520"/>
            <a:ext cx="6829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accent1"/>
                </a:solidFill>
                <a:latin typeface="Trebuchet MS"/>
              </a:defRPr>
            </a:lvl1pPr>
          </a:lstStyle>
          <a:p>
            <a:pPr indent="0" algn="r" defTabSz="914400">
              <a:lnSpc>
                <a:spcPct val="100000"/>
              </a:lnSpc>
              <a:buNone/>
            </a:pPr>
            <a:fld id="{3BA72FB6-578D-45A0-90D9-A8AAB7D12278}"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45" name="Group 43"/>
          <p:cNvGrpSpPr/>
          <p:nvPr/>
        </p:nvGrpSpPr>
        <p:grpSpPr>
          <a:xfrm>
            <a:off x="0" y="-8640"/>
            <a:ext cx="12191760" cy="6866640"/>
            <a:chOff x="0" y="-8640"/>
            <a:chExt cx="12191760" cy="6866640"/>
          </a:xfrm>
        </p:grpSpPr>
        <p:cxnSp>
          <p:nvCxnSpPr>
            <p:cNvPr id="46"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47"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48"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9"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50"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51"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52"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53"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54"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55"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56" name="PlaceHolder 1"/>
          <p:cNvSpPr>
            <a:spLocks noGrp="1"/>
          </p:cNvSpPr>
          <p:nvPr>
            <p:ph type="title"/>
          </p:nvPr>
        </p:nvSpPr>
        <p:spPr>
          <a:xfrm>
            <a:off x="931320" y="609480"/>
            <a:ext cx="8093880" cy="3022200"/>
          </a:xfrm>
          <a:prstGeom prst="rect">
            <a:avLst/>
          </a:prstGeom>
          <a:noFill/>
          <a:ln w="0">
            <a:noFill/>
          </a:ln>
        </p:spPr>
        <p:txBody>
          <a:bodyPr lIns="91440" rIns="91440" tIns="45720" bIns="45720" anchor="ctr">
            <a:normAutofit/>
          </a:bodyPr>
          <a:p>
            <a:pPr indent="0" defTabSz="457200">
              <a:lnSpc>
                <a:spcPct val="100000"/>
              </a:lnSpc>
              <a:buNone/>
            </a:pPr>
            <a:r>
              <a:rPr b="0" lang="en-US" sz="4400" spc="-1" strike="noStrike">
                <a:solidFill>
                  <a:schemeClr val="accent1"/>
                </a:solidFill>
                <a:latin typeface="Trebuchet MS"/>
              </a:rPr>
              <a:t>Click to edit Master title style</a:t>
            </a:r>
            <a:endParaRPr b="0" lang="en-US" sz="4400" spc="-1" strike="noStrike">
              <a:solidFill>
                <a:schemeClr val="dk1"/>
              </a:solidFill>
              <a:latin typeface="Trebuchet MS"/>
            </a:endParaRPr>
          </a:p>
        </p:txBody>
      </p:sp>
      <p:sp>
        <p:nvSpPr>
          <p:cNvPr id="57" name="PlaceHolder 2"/>
          <p:cNvSpPr>
            <a:spLocks noGrp="1"/>
          </p:cNvSpPr>
          <p:nvPr>
            <p:ph type="body"/>
          </p:nvPr>
        </p:nvSpPr>
        <p:spPr>
          <a:xfrm>
            <a:off x="1366200" y="3632040"/>
            <a:ext cx="7224120" cy="380520"/>
          </a:xfrm>
          <a:prstGeom prst="rect">
            <a:avLst/>
          </a:prstGeom>
          <a:noFill/>
          <a:ln w="0">
            <a:noFill/>
          </a:ln>
        </p:spPr>
        <p:txBody>
          <a:bodyPr lIns="91440" rIns="91440" tIns="45720" bIns="45720" anchor="ctr">
            <a:noAutofit/>
          </a:bodyPr>
          <a:p>
            <a:pPr indent="0" defTabSz="457200">
              <a:lnSpc>
                <a:spcPct val="100000"/>
              </a:lnSpc>
              <a:spcBef>
                <a:spcPts val="1001"/>
              </a:spcBef>
              <a:buNone/>
              <a:tabLst>
                <a:tab algn="l" pos="0"/>
              </a:tabLst>
            </a:pPr>
            <a:r>
              <a:rPr b="0" lang="en-US" sz="1600" spc="-1" strike="noStrike">
                <a:solidFill>
                  <a:schemeClr val="dk1">
                    <a:lumMod val="50000"/>
                    <a:lumOff val="50000"/>
                  </a:schemeClr>
                </a:solidFill>
                <a:latin typeface="Trebuchet MS"/>
              </a:rPr>
              <a:t>Click to edit Master text styles</a:t>
            </a:r>
            <a:endParaRPr b="0" lang="en-US" sz="1600" spc="-1" strike="noStrike">
              <a:solidFill>
                <a:schemeClr val="dk1">
                  <a:lumMod val="75000"/>
                  <a:lumOff val="25000"/>
                </a:schemeClr>
              </a:solidFill>
              <a:latin typeface="Trebuchet MS"/>
            </a:endParaRPr>
          </a:p>
        </p:txBody>
      </p:sp>
      <p:sp>
        <p:nvSpPr>
          <p:cNvPr id="58" name="PlaceHolder 3"/>
          <p:cNvSpPr>
            <a:spLocks noGrp="1"/>
          </p:cNvSpPr>
          <p:nvPr>
            <p:ph type="body"/>
          </p:nvPr>
        </p:nvSpPr>
        <p:spPr>
          <a:xfrm>
            <a:off x="677160" y="4470480"/>
            <a:ext cx="8596440" cy="157068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p:txBody>
      </p:sp>
      <p:sp>
        <p:nvSpPr>
          <p:cNvPr id="59" name="PlaceHolder 4"/>
          <p:cNvSpPr>
            <a:spLocks noGrp="1"/>
          </p:cNvSpPr>
          <p:nvPr>
            <p:ph type="dt" idx="7"/>
          </p:nvPr>
        </p:nvSpPr>
        <p:spPr>
          <a:xfrm>
            <a:off x="7205040" y="6041520"/>
            <a:ext cx="9115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tint val="75000"/>
                  </a:schemeClr>
                </a:solidFill>
                <a:latin typeface="Trebuchet MS"/>
              </a:defRPr>
            </a:lvl1pPr>
          </a:lstStyle>
          <a:p>
            <a:pPr indent="0" algn="r" defTabSz="9144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60" name="PlaceHolder 5"/>
          <p:cNvSpPr>
            <a:spLocks noGrp="1"/>
          </p:cNvSpPr>
          <p:nvPr>
            <p:ph type="ftr" idx="8"/>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61" name="PlaceHolder 6"/>
          <p:cNvSpPr>
            <a:spLocks noGrp="1"/>
          </p:cNvSpPr>
          <p:nvPr>
            <p:ph type="sldNum" idx="9"/>
          </p:nvPr>
        </p:nvSpPr>
        <p:spPr>
          <a:xfrm>
            <a:off x="8590680" y="6041520"/>
            <a:ext cx="6829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accent1"/>
                </a:solidFill>
                <a:latin typeface="Trebuchet MS"/>
              </a:defRPr>
            </a:lvl1pPr>
          </a:lstStyle>
          <a:p>
            <a:pPr indent="0" algn="r" defTabSz="914400">
              <a:lnSpc>
                <a:spcPct val="100000"/>
              </a:lnSpc>
              <a:buNone/>
            </a:pPr>
            <a:fld id="{D6BAB239-6D2A-41B9-B168-9E9FE11270A7}"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
        <p:nvSpPr>
          <p:cNvPr id="62" name="TextBox 23"/>
          <p:cNvSpPr/>
          <p:nvPr/>
        </p:nvSpPr>
        <p:spPr>
          <a:xfrm>
            <a:off x="541800" y="790200"/>
            <a:ext cx="609120" cy="584280"/>
          </a:xfrm>
          <a:prstGeom prst="rect">
            <a:avLst/>
          </a:prstGeom>
          <a:noFill/>
          <a:ln w="0">
            <a:noFill/>
          </a:ln>
        </p:spPr>
        <p:style>
          <a:lnRef idx="0"/>
          <a:fillRef idx="0"/>
          <a:effectRef idx="0"/>
          <a:fontRef idx="minor"/>
        </p:style>
        <p:txBody>
          <a:bodyPr anchor="ctr">
            <a:noAutofit/>
          </a:bodyPr>
          <a:p>
            <a:pPr defTabSz="914400">
              <a:lnSpc>
                <a:spcPct val="100000"/>
              </a:lnSpc>
            </a:pPr>
            <a:r>
              <a:rPr b="0" lang="en-US" sz="8000" spc="-1" strike="noStrike">
                <a:solidFill>
                  <a:schemeClr val="accent1">
                    <a:lumMod val="60000"/>
                    <a:lumOff val="40000"/>
                  </a:schemeClr>
                </a:solidFill>
                <a:latin typeface="Arial"/>
              </a:rPr>
              <a:t>“</a:t>
            </a:r>
            <a:endParaRPr b="0" lang="en-IN" sz="8000" spc="-1" strike="noStrike">
              <a:solidFill>
                <a:srgbClr val="000000"/>
              </a:solidFill>
              <a:latin typeface="Arial"/>
            </a:endParaRPr>
          </a:p>
        </p:txBody>
      </p:sp>
      <p:sp>
        <p:nvSpPr>
          <p:cNvPr id="63" name="TextBox 24"/>
          <p:cNvSpPr/>
          <p:nvPr/>
        </p:nvSpPr>
        <p:spPr>
          <a:xfrm>
            <a:off x="8893080" y="2886480"/>
            <a:ext cx="609120" cy="584280"/>
          </a:xfrm>
          <a:prstGeom prst="rect">
            <a:avLst/>
          </a:prstGeom>
          <a:noFill/>
          <a:ln w="0">
            <a:noFill/>
          </a:ln>
        </p:spPr>
        <p:style>
          <a:lnRef idx="0"/>
          <a:fillRef idx="0"/>
          <a:effectRef idx="0"/>
          <a:fontRef idx="minor"/>
        </p:style>
        <p:txBody>
          <a:bodyPr anchor="ctr">
            <a:noAutofit/>
          </a:bodyPr>
          <a:p>
            <a:pPr defTabSz="914400">
              <a:lnSpc>
                <a:spcPct val="100000"/>
              </a:lnSpc>
            </a:pPr>
            <a:r>
              <a:rPr b="0" lang="en-US" sz="8000" spc="-1" strike="noStrike">
                <a:solidFill>
                  <a:schemeClr val="accent1">
                    <a:lumMod val="60000"/>
                    <a:lumOff val="40000"/>
                  </a:schemeClr>
                </a:solidFill>
                <a:latin typeface="Arial"/>
              </a:rPr>
              <a:t>”</a:t>
            </a:r>
            <a:endParaRPr b="0" lang="en-IN" sz="8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64" name="Group 43"/>
          <p:cNvGrpSpPr/>
          <p:nvPr/>
        </p:nvGrpSpPr>
        <p:grpSpPr>
          <a:xfrm>
            <a:off x="0" y="-8640"/>
            <a:ext cx="12191760" cy="6866640"/>
            <a:chOff x="0" y="-8640"/>
            <a:chExt cx="12191760" cy="6866640"/>
          </a:xfrm>
        </p:grpSpPr>
        <p:cxnSp>
          <p:nvCxnSpPr>
            <p:cNvPr id="65"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66"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67"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68"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69"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70"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71"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72"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73"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74"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75" name="PlaceHolder 1"/>
          <p:cNvSpPr>
            <a:spLocks noGrp="1"/>
          </p:cNvSpPr>
          <p:nvPr>
            <p:ph type="title"/>
          </p:nvPr>
        </p:nvSpPr>
        <p:spPr>
          <a:xfrm>
            <a:off x="677160" y="1932120"/>
            <a:ext cx="8596440" cy="2595240"/>
          </a:xfrm>
          <a:prstGeom prst="rect">
            <a:avLst/>
          </a:prstGeom>
          <a:noFill/>
          <a:ln w="0">
            <a:noFill/>
          </a:ln>
        </p:spPr>
        <p:txBody>
          <a:bodyPr lIns="91440" rIns="91440" tIns="45720" bIns="45720" anchor="b">
            <a:normAutofit/>
          </a:bodyPr>
          <a:p>
            <a:pPr indent="0" defTabSz="457200">
              <a:lnSpc>
                <a:spcPct val="100000"/>
              </a:lnSpc>
              <a:buNone/>
            </a:pPr>
            <a:r>
              <a:rPr b="0" lang="en-US" sz="4400" spc="-1" strike="noStrike">
                <a:solidFill>
                  <a:schemeClr val="accent1"/>
                </a:solidFill>
                <a:latin typeface="Trebuchet MS"/>
              </a:rPr>
              <a:t>Click to edit Master title style</a:t>
            </a:r>
            <a:endParaRPr b="0" lang="en-US" sz="4400" spc="-1" strike="noStrike">
              <a:solidFill>
                <a:schemeClr val="dk1"/>
              </a:solidFill>
              <a:latin typeface="Trebuchet MS"/>
            </a:endParaRPr>
          </a:p>
        </p:txBody>
      </p:sp>
      <p:sp>
        <p:nvSpPr>
          <p:cNvPr id="76" name="PlaceHolder 2"/>
          <p:cNvSpPr>
            <a:spLocks noGrp="1"/>
          </p:cNvSpPr>
          <p:nvPr>
            <p:ph type="body"/>
          </p:nvPr>
        </p:nvSpPr>
        <p:spPr>
          <a:xfrm>
            <a:off x="677160" y="4527360"/>
            <a:ext cx="8596440" cy="151344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p:txBody>
      </p:sp>
      <p:sp>
        <p:nvSpPr>
          <p:cNvPr id="77" name="PlaceHolder 3"/>
          <p:cNvSpPr>
            <a:spLocks noGrp="1"/>
          </p:cNvSpPr>
          <p:nvPr>
            <p:ph type="dt" idx="10"/>
          </p:nvPr>
        </p:nvSpPr>
        <p:spPr>
          <a:xfrm>
            <a:off x="7205040" y="6041520"/>
            <a:ext cx="9115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tint val="75000"/>
                  </a:schemeClr>
                </a:solidFill>
                <a:latin typeface="Trebuchet MS"/>
              </a:defRPr>
            </a:lvl1pPr>
          </a:lstStyle>
          <a:p>
            <a:pPr indent="0" algn="r" defTabSz="9144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78" name="PlaceHolder 4"/>
          <p:cNvSpPr>
            <a:spLocks noGrp="1"/>
          </p:cNvSpPr>
          <p:nvPr>
            <p:ph type="ftr" idx="11"/>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79" name="PlaceHolder 5"/>
          <p:cNvSpPr>
            <a:spLocks noGrp="1"/>
          </p:cNvSpPr>
          <p:nvPr>
            <p:ph type="sldNum" idx="12"/>
          </p:nvPr>
        </p:nvSpPr>
        <p:spPr>
          <a:xfrm>
            <a:off x="8590680" y="6041520"/>
            <a:ext cx="6829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accent1"/>
                </a:solidFill>
                <a:latin typeface="Trebuchet MS"/>
              </a:defRPr>
            </a:lvl1pPr>
          </a:lstStyle>
          <a:p>
            <a:pPr indent="0" algn="r" defTabSz="914400">
              <a:lnSpc>
                <a:spcPct val="100000"/>
              </a:lnSpc>
              <a:buNone/>
            </a:pPr>
            <a:fld id="{CAB608D7-7092-433D-9F35-E288D63F4091}"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80" name="Group 43"/>
          <p:cNvGrpSpPr/>
          <p:nvPr/>
        </p:nvGrpSpPr>
        <p:grpSpPr>
          <a:xfrm>
            <a:off x="0" y="-8640"/>
            <a:ext cx="12191760" cy="6866640"/>
            <a:chOff x="0" y="-8640"/>
            <a:chExt cx="12191760" cy="6866640"/>
          </a:xfrm>
        </p:grpSpPr>
        <p:cxnSp>
          <p:nvCxnSpPr>
            <p:cNvPr id="81"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82"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83"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84"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85"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86"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87"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88"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89"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90"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91" name="PlaceHolder 1"/>
          <p:cNvSpPr>
            <a:spLocks noGrp="1"/>
          </p:cNvSpPr>
          <p:nvPr>
            <p:ph type="title"/>
          </p:nvPr>
        </p:nvSpPr>
        <p:spPr>
          <a:xfrm>
            <a:off x="931320" y="609480"/>
            <a:ext cx="8093880" cy="3022200"/>
          </a:xfrm>
          <a:prstGeom prst="rect">
            <a:avLst/>
          </a:prstGeom>
          <a:noFill/>
          <a:ln w="0">
            <a:noFill/>
          </a:ln>
        </p:spPr>
        <p:txBody>
          <a:bodyPr lIns="91440" rIns="91440" tIns="45720" bIns="45720" anchor="ctr">
            <a:normAutofit/>
          </a:bodyPr>
          <a:p>
            <a:pPr indent="0" defTabSz="457200">
              <a:lnSpc>
                <a:spcPct val="100000"/>
              </a:lnSpc>
              <a:buNone/>
            </a:pPr>
            <a:r>
              <a:rPr b="0" lang="en-US" sz="4400" spc="-1" strike="noStrike">
                <a:solidFill>
                  <a:schemeClr val="accent1"/>
                </a:solidFill>
                <a:latin typeface="Trebuchet MS"/>
              </a:rPr>
              <a:t>Click to edit Master title style</a:t>
            </a:r>
            <a:endParaRPr b="0" lang="en-US" sz="4400" spc="-1" strike="noStrike">
              <a:solidFill>
                <a:schemeClr val="dk1"/>
              </a:solidFill>
              <a:latin typeface="Trebuchet MS"/>
            </a:endParaRPr>
          </a:p>
        </p:txBody>
      </p:sp>
      <p:sp>
        <p:nvSpPr>
          <p:cNvPr id="92" name="PlaceHolder 2"/>
          <p:cNvSpPr>
            <a:spLocks noGrp="1"/>
          </p:cNvSpPr>
          <p:nvPr>
            <p:ph type="body"/>
          </p:nvPr>
        </p:nvSpPr>
        <p:spPr>
          <a:xfrm>
            <a:off x="677160" y="4013280"/>
            <a:ext cx="8596440" cy="5137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pc="-1" strike="noStrike">
                <a:solidFill>
                  <a:schemeClr val="dk1">
                    <a:lumMod val="75000"/>
                    <a:lumOff val="25000"/>
                  </a:schemeClr>
                </a:solidFill>
                <a:latin typeface="Trebuchet MS"/>
              </a:rPr>
              <a:t>Click to edit Master text styles</a:t>
            </a:r>
            <a:endParaRPr b="0" lang="en-US" sz="2400" spc="-1" strike="noStrike">
              <a:solidFill>
                <a:schemeClr val="dk1">
                  <a:lumMod val="75000"/>
                  <a:lumOff val="25000"/>
                </a:schemeClr>
              </a:solidFill>
              <a:latin typeface="Trebuchet MS"/>
            </a:endParaRPr>
          </a:p>
        </p:txBody>
      </p:sp>
      <p:sp>
        <p:nvSpPr>
          <p:cNvPr id="93" name="PlaceHolder 3"/>
          <p:cNvSpPr>
            <a:spLocks noGrp="1"/>
          </p:cNvSpPr>
          <p:nvPr>
            <p:ph type="body"/>
          </p:nvPr>
        </p:nvSpPr>
        <p:spPr>
          <a:xfrm>
            <a:off x="677160" y="4527360"/>
            <a:ext cx="8596440" cy="151344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800" spc="-1" strike="noStrike">
                <a:solidFill>
                  <a:schemeClr val="dk1">
                    <a:lumMod val="50000"/>
                    <a:lumOff val="50000"/>
                  </a:schemeClr>
                </a:solidFill>
                <a:latin typeface="Trebuchet MS"/>
              </a:rPr>
              <a:t>Click to edit Master text styles</a:t>
            </a:r>
            <a:endParaRPr b="0" lang="en-US" sz="1800" spc="-1" strike="noStrike">
              <a:solidFill>
                <a:schemeClr val="dk1">
                  <a:lumMod val="75000"/>
                  <a:lumOff val="25000"/>
                </a:schemeClr>
              </a:solidFill>
              <a:latin typeface="Trebuchet MS"/>
            </a:endParaRPr>
          </a:p>
        </p:txBody>
      </p:sp>
      <p:sp>
        <p:nvSpPr>
          <p:cNvPr id="94" name="PlaceHolder 4"/>
          <p:cNvSpPr>
            <a:spLocks noGrp="1"/>
          </p:cNvSpPr>
          <p:nvPr>
            <p:ph type="dt" idx="13"/>
          </p:nvPr>
        </p:nvSpPr>
        <p:spPr>
          <a:xfrm>
            <a:off x="7205040" y="6041520"/>
            <a:ext cx="9115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tint val="75000"/>
                  </a:schemeClr>
                </a:solidFill>
                <a:latin typeface="Trebuchet MS"/>
              </a:defRPr>
            </a:lvl1pPr>
          </a:lstStyle>
          <a:p>
            <a:pPr indent="0" algn="r" defTabSz="9144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95" name="PlaceHolder 5"/>
          <p:cNvSpPr>
            <a:spLocks noGrp="1"/>
          </p:cNvSpPr>
          <p:nvPr>
            <p:ph type="ftr" idx="14"/>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96" name="PlaceHolder 6"/>
          <p:cNvSpPr>
            <a:spLocks noGrp="1"/>
          </p:cNvSpPr>
          <p:nvPr>
            <p:ph type="sldNum" idx="15"/>
          </p:nvPr>
        </p:nvSpPr>
        <p:spPr>
          <a:xfrm>
            <a:off x="8590680" y="6041520"/>
            <a:ext cx="6829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accent1"/>
                </a:solidFill>
                <a:latin typeface="Trebuchet MS"/>
              </a:defRPr>
            </a:lvl1pPr>
          </a:lstStyle>
          <a:p>
            <a:pPr indent="0" algn="r" defTabSz="914400">
              <a:lnSpc>
                <a:spcPct val="100000"/>
              </a:lnSpc>
              <a:buNone/>
            </a:pPr>
            <a:fld id="{339E4296-D03C-45FA-BCE7-1DC6412DCEB4}"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
        <p:nvSpPr>
          <p:cNvPr id="97" name="TextBox 23"/>
          <p:cNvSpPr/>
          <p:nvPr/>
        </p:nvSpPr>
        <p:spPr>
          <a:xfrm>
            <a:off x="541800" y="790200"/>
            <a:ext cx="609120" cy="584280"/>
          </a:xfrm>
          <a:prstGeom prst="rect">
            <a:avLst/>
          </a:prstGeom>
          <a:noFill/>
          <a:ln w="0">
            <a:noFill/>
          </a:ln>
        </p:spPr>
        <p:style>
          <a:lnRef idx="0"/>
          <a:fillRef idx="0"/>
          <a:effectRef idx="0"/>
          <a:fontRef idx="minor"/>
        </p:style>
        <p:txBody>
          <a:bodyPr anchor="ctr">
            <a:noAutofit/>
          </a:bodyPr>
          <a:p>
            <a:pPr defTabSz="914400">
              <a:lnSpc>
                <a:spcPct val="100000"/>
              </a:lnSpc>
            </a:pPr>
            <a:r>
              <a:rPr b="0" lang="en-US" sz="8000" spc="-1" strike="noStrike">
                <a:solidFill>
                  <a:schemeClr val="accent1">
                    <a:lumMod val="60000"/>
                    <a:lumOff val="40000"/>
                  </a:schemeClr>
                </a:solidFill>
                <a:latin typeface="Arial"/>
              </a:rPr>
              <a:t>“</a:t>
            </a:r>
            <a:endParaRPr b="0" lang="en-IN" sz="8000" spc="-1" strike="noStrike">
              <a:solidFill>
                <a:srgbClr val="000000"/>
              </a:solidFill>
              <a:latin typeface="Arial"/>
            </a:endParaRPr>
          </a:p>
        </p:txBody>
      </p:sp>
      <p:sp>
        <p:nvSpPr>
          <p:cNvPr id="98" name="TextBox 24"/>
          <p:cNvSpPr/>
          <p:nvPr/>
        </p:nvSpPr>
        <p:spPr>
          <a:xfrm>
            <a:off x="8893080" y="2886480"/>
            <a:ext cx="609120" cy="584280"/>
          </a:xfrm>
          <a:prstGeom prst="rect">
            <a:avLst/>
          </a:prstGeom>
          <a:noFill/>
          <a:ln w="0">
            <a:noFill/>
          </a:ln>
        </p:spPr>
        <p:style>
          <a:lnRef idx="0"/>
          <a:fillRef idx="0"/>
          <a:effectRef idx="0"/>
          <a:fontRef idx="minor"/>
        </p:style>
        <p:txBody>
          <a:bodyPr anchor="ctr">
            <a:noAutofit/>
          </a:bodyPr>
          <a:p>
            <a:pPr defTabSz="914400">
              <a:lnSpc>
                <a:spcPct val="100000"/>
              </a:lnSpc>
            </a:pPr>
            <a:r>
              <a:rPr b="0" lang="en-US" sz="8000" spc="-1" strike="noStrike">
                <a:solidFill>
                  <a:schemeClr val="accent1">
                    <a:lumMod val="60000"/>
                    <a:lumOff val="40000"/>
                  </a:schemeClr>
                </a:solidFill>
                <a:latin typeface="Arial"/>
              </a:rPr>
              <a:t>”</a:t>
            </a:r>
            <a:endParaRPr b="0" lang="en-IN" sz="8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99" name="Group 43"/>
          <p:cNvGrpSpPr/>
          <p:nvPr/>
        </p:nvGrpSpPr>
        <p:grpSpPr>
          <a:xfrm>
            <a:off x="0" y="-8640"/>
            <a:ext cx="12191760" cy="6866640"/>
            <a:chOff x="0" y="-8640"/>
            <a:chExt cx="12191760" cy="6866640"/>
          </a:xfrm>
        </p:grpSpPr>
        <p:cxnSp>
          <p:nvCxnSpPr>
            <p:cNvPr id="100"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101"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102"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03"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04"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05"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06"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07"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08"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09"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110" name="PlaceHolder 1"/>
          <p:cNvSpPr>
            <a:spLocks noGrp="1"/>
          </p:cNvSpPr>
          <p:nvPr>
            <p:ph type="title"/>
          </p:nvPr>
        </p:nvSpPr>
        <p:spPr>
          <a:xfrm>
            <a:off x="685800" y="609480"/>
            <a:ext cx="8587800" cy="3022200"/>
          </a:xfrm>
          <a:prstGeom prst="rect">
            <a:avLst/>
          </a:prstGeom>
          <a:noFill/>
          <a:ln w="0">
            <a:noFill/>
          </a:ln>
        </p:spPr>
        <p:txBody>
          <a:bodyPr lIns="91440" rIns="91440" tIns="45720" bIns="45720" anchor="ctr">
            <a:normAutofit/>
          </a:bodyPr>
          <a:p>
            <a:pPr indent="0" defTabSz="457200">
              <a:lnSpc>
                <a:spcPct val="100000"/>
              </a:lnSpc>
              <a:buNone/>
            </a:pPr>
            <a:r>
              <a:rPr b="0" lang="en-US" sz="4400" spc="-1" strike="noStrike">
                <a:solidFill>
                  <a:schemeClr val="accent1"/>
                </a:solidFill>
                <a:latin typeface="Trebuchet MS"/>
              </a:rPr>
              <a:t>Click to edit Master title style</a:t>
            </a:r>
            <a:endParaRPr b="0" lang="en-US" sz="4400" spc="-1" strike="noStrike">
              <a:solidFill>
                <a:schemeClr val="dk1"/>
              </a:solidFill>
              <a:latin typeface="Trebuchet MS"/>
            </a:endParaRPr>
          </a:p>
        </p:txBody>
      </p:sp>
      <p:sp>
        <p:nvSpPr>
          <p:cNvPr id="111" name="PlaceHolder 2"/>
          <p:cNvSpPr>
            <a:spLocks noGrp="1"/>
          </p:cNvSpPr>
          <p:nvPr>
            <p:ph type="body"/>
          </p:nvPr>
        </p:nvSpPr>
        <p:spPr>
          <a:xfrm>
            <a:off x="677160" y="4013280"/>
            <a:ext cx="8596440" cy="5137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pc="-1" strike="noStrike">
                <a:solidFill>
                  <a:schemeClr val="accent1"/>
                </a:solidFill>
                <a:latin typeface="Trebuchet MS"/>
              </a:rPr>
              <a:t>Click to edit Master text styles</a:t>
            </a:r>
            <a:endParaRPr b="0" lang="en-US" sz="2400" spc="-1" strike="noStrike">
              <a:solidFill>
                <a:schemeClr val="dk1">
                  <a:lumMod val="75000"/>
                  <a:lumOff val="25000"/>
                </a:schemeClr>
              </a:solidFill>
              <a:latin typeface="Trebuchet MS"/>
            </a:endParaRPr>
          </a:p>
        </p:txBody>
      </p:sp>
      <p:sp>
        <p:nvSpPr>
          <p:cNvPr id="112" name="PlaceHolder 3"/>
          <p:cNvSpPr>
            <a:spLocks noGrp="1"/>
          </p:cNvSpPr>
          <p:nvPr>
            <p:ph type="body"/>
          </p:nvPr>
        </p:nvSpPr>
        <p:spPr>
          <a:xfrm>
            <a:off x="677160" y="4527360"/>
            <a:ext cx="8596440" cy="151344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800" spc="-1" strike="noStrike">
                <a:solidFill>
                  <a:schemeClr val="dk1">
                    <a:lumMod val="50000"/>
                    <a:lumOff val="50000"/>
                  </a:schemeClr>
                </a:solidFill>
                <a:latin typeface="Trebuchet MS"/>
              </a:rPr>
              <a:t>Click to edit Master text styles</a:t>
            </a:r>
            <a:endParaRPr b="0" lang="en-US" sz="1800" spc="-1" strike="noStrike">
              <a:solidFill>
                <a:schemeClr val="dk1">
                  <a:lumMod val="75000"/>
                  <a:lumOff val="25000"/>
                </a:schemeClr>
              </a:solidFill>
              <a:latin typeface="Trebuchet MS"/>
            </a:endParaRPr>
          </a:p>
        </p:txBody>
      </p:sp>
      <p:sp>
        <p:nvSpPr>
          <p:cNvPr id="113" name="PlaceHolder 4"/>
          <p:cNvSpPr>
            <a:spLocks noGrp="1"/>
          </p:cNvSpPr>
          <p:nvPr>
            <p:ph type="dt" idx="16"/>
          </p:nvPr>
        </p:nvSpPr>
        <p:spPr>
          <a:xfrm>
            <a:off x="7205040" y="6041520"/>
            <a:ext cx="9115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tint val="75000"/>
                  </a:schemeClr>
                </a:solidFill>
                <a:latin typeface="Trebuchet MS"/>
              </a:defRPr>
            </a:lvl1pPr>
          </a:lstStyle>
          <a:p>
            <a:pPr indent="0" algn="r" defTabSz="9144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114" name="PlaceHolder 5"/>
          <p:cNvSpPr>
            <a:spLocks noGrp="1"/>
          </p:cNvSpPr>
          <p:nvPr>
            <p:ph type="ftr" idx="17"/>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15" name="PlaceHolder 6"/>
          <p:cNvSpPr>
            <a:spLocks noGrp="1"/>
          </p:cNvSpPr>
          <p:nvPr>
            <p:ph type="sldNum" idx="18"/>
          </p:nvPr>
        </p:nvSpPr>
        <p:spPr>
          <a:xfrm>
            <a:off x="8590680" y="6041520"/>
            <a:ext cx="6829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accent1"/>
                </a:solidFill>
                <a:latin typeface="Trebuchet MS"/>
              </a:defRPr>
            </a:lvl1pPr>
          </a:lstStyle>
          <a:p>
            <a:pPr indent="0" algn="r" defTabSz="914400">
              <a:lnSpc>
                <a:spcPct val="100000"/>
              </a:lnSpc>
              <a:buNone/>
            </a:pPr>
            <a:fld id="{85BD7AD4-C00D-486A-B157-69820F03810C}"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16" name="Group 43"/>
          <p:cNvGrpSpPr/>
          <p:nvPr/>
        </p:nvGrpSpPr>
        <p:grpSpPr>
          <a:xfrm>
            <a:off x="0" y="-8640"/>
            <a:ext cx="12191760" cy="6866640"/>
            <a:chOff x="0" y="-8640"/>
            <a:chExt cx="12191760" cy="6866640"/>
          </a:xfrm>
        </p:grpSpPr>
        <p:cxnSp>
          <p:nvCxnSpPr>
            <p:cNvPr id="117"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118"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119"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20"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21"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22"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23"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24"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25"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26"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127"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Click to edit Master title style</a:t>
            </a:r>
            <a:endParaRPr b="0" lang="en-US" sz="3600" spc="-1" strike="noStrike">
              <a:solidFill>
                <a:schemeClr val="dk1"/>
              </a:solidFill>
              <a:latin typeface="Trebuchet MS"/>
            </a:endParaRPr>
          </a:p>
        </p:txBody>
      </p:sp>
      <p:sp>
        <p:nvSpPr>
          <p:cNvPr id="128" name="PlaceHolder 2"/>
          <p:cNvSpPr>
            <a:spLocks noGrp="1"/>
          </p:cNvSpPr>
          <p:nvPr>
            <p:ph type="body"/>
          </p:nvPr>
        </p:nvSpPr>
        <p:spPr>
          <a:xfrm>
            <a:off x="677160" y="2160720"/>
            <a:ext cx="8596440" cy="388044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Wingdings 3"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143000" indent="-228600" defTabSz="457200">
              <a:lnSpc>
                <a:spcPct val="100000"/>
              </a:lnSpc>
              <a:spcBef>
                <a:spcPts val="1001"/>
              </a:spcBef>
              <a:buClr>
                <a:srgbClr val="5fcbef"/>
              </a:buClr>
              <a:buSzPct val="80000"/>
              <a:buFont typeface="Wingdings 3"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6002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0574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129" name="PlaceHolder 3"/>
          <p:cNvSpPr>
            <a:spLocks noGrp="1"/>
          </p:cNvSpPr>
          <p:nvPr>
            <p:ph type="dt" idx="19"/>
          </p:nvPr>
        </p:nvSpPr>
        <p:spPr>
          <a:xfrm>
            <a:off x="7205040" y="6041520"/>
            <a:ext cx="9115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tint val="75000"/>
                  </a:schemeClr>
                </a:solidFill>
                <a:latin typeface="Trebuchet MS"/>
              </a:defRPr>
            </a:lvl1pPr>
          </a:lstStyle>
          <a:p>
            <a:pPr indent="0" algn="r" defTabSz="9144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130" name="PlaceHolder 4"/>
          <p:cNvSpPr>
            <a:spLocks noGrp="1"/>
          </p:cNvSpPr>
          <p:nvPr>
            <p:ph type="ftr" idx="20"/>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31" name="PlaceHolder 5"/>
          <p:cNvSpPr>
            <a:spLocks noGrp="1"/>
          </p:cNvSpPr>
          <p:nvPr>
            <p:ph type="sldNum" idx="21"/>
          </p:nvPr>
        </p:nvSpPr>
        <p:spPr>
          <a:xfrm>
            <a:off x="8590680" y="6041520"/>
            <a:ext cx="6829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accent1"/>
                </a:solidFill>
                <a:latin typeface="Trebuchet MS"/>
              </a:defRPr>
            </a:lvl1pPr>
          </a:lstStyle>
          <a:p>
            <a:pPr indent="0" algn="r" defTabSz="914400">
              <a:lnSpc>
                <a:spcPct val="100000"/>
              </a:lnSpc>
              <a:buNone/>
            </a:pPr>
            <a:fld id="{966F1BDE-362D-4D40-AF80-183FB58400B2}"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32" name="Group 43"/>
          <p:cNvGrpSpPr/>
          <p:nvPr/>
        </p:nvGrpSpPr>
        <p:grpSpPr>
          <a:xfrm>
            <a:off x="0" y="-8640"/>
            <a:ext cx="12191760" cy="6866640"/>
            <a:chOff x="0" y="-8640"/>
            <a:chExt cx="12191760" cy="6866640"/>
          </a:xfrm>
        </p:grpSpPr>
        <p:cxnSp>
          <p:nvCxnSpPr>
            <p:cNvPr id="133"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134"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135"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36"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37"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38"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39"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40"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41"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42"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143" name="PlaceHolder 1"/>
          <p:cNvSpPr>
            <a:spLocks noGrp="1"/>
          </p:cNvSpPr>
          <p:nvPr>
            <p:ph type="title"/>
          </p:nvPr>
        </p:nvSpPr>
        <p:spPr>
          <a:xfrm>
            <a:off x="7967520" y="609480"/>
            <a:ext cx="1304280" cy="5250960"/>
          </a:xfrm>
          <a:prstGeom prst="rect">
            <a:avLst/>
          </a:prstGeom>
          <a:noFill/>
          <a:ln w="0">
            <a:noFill/>
          </a:ln>
        </p:spPr>
        <p:txBody>
          <a:bodyPr lIns="91440" rIns="91440" tIns="45720" bIns="45720" anchor="ctr" vert="eaVert">
            <a:noAutofit/>
          </a:bodyPr>
          <a:p>
            <a:pPr indent="0" defTabSz="457200">
              <a:lnSpc>
                <a:spcPct val="100000"/>
              </a:lnSpc>
              <a:buNone/>
            </a:pPr>
            <a:r>
              <a:rPr b="0" lang="en-US" sz="3600" spc="-1" strike="noStrike">
                <a:solidFill>
                  <a:schemeClr val="accent1"/>
                </a:solidFill>
                <a:latin typeface="Trebuchet MS"/>
              </a:rPr>
              <a:t>Click to edit Master title style</a:t>
            </a:r>
            <a:endParaRPr b="0" lang="en-US" sz="3600" spc="-1" strike="noStrike">
              <a:solidFill>
                <a:schemeClr val="dk1"/>
              </a:solidFill>
              <a:latin typeface="Trebuchet MS"/>
            </a:endParaRPr>
          </a:p>
        </p:txBody>
      </p:sp>
      <p:sp>
        <p:nvSpPr>
          <p:cNvPr id="144" name="PlaceHolder 2"/>
          <p:cNvSpPr>
            <a:spLocks noGrp="1"/>
          </p:cNvSpPr>
          <p:nvPr>
            <p:ph type="body"/>
          </p:nvPr>
        </p:nvSpPr>
        <p:spPr>
          <a:xfrm>
            <a:off x="677160" y="609480"/>
            <a:ext cx="7059960" cy="525096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Wingdings 3"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143000" indent="-228600" defTabSz="457200">
              <a:lnSpc>
                <a:spcPct val="100000"/>
              </a:lnSpc>
              <a:spcBef>
                <a:spcPts val="1001"/>
              </a:spcBef>
              <a:buClr>
                <a:srgbClr val="5fcbef"/>
              </a:buClr>
              <a:buSzPct val="80000"/>
              <a:buFont typeface="Wingdings 3"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6002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0574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145" name="PlaceHolder 3"/>
          <p:cNvSpPr>
            <a:spLocks noGrp="1"/>
          </p:cNvSpPr>
          <p:nvPr>
            <p:ph type="dt" idx="22"/>
          </p:nvPr>
        </p:nvSpPr>
        <p:spPr>
          <a:xfrm>
            <a:off x="7205040" y="6041520"/>
            <a:ext cx="9115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tint val="75000"/>
                  </a:schemeClr>
                </a:solidFill>
                <a:latin typeface="Trebuchet MS"/>
              </a:defRPr>
            </a:lvl1pPr>
          </a:lstStyle>
          <a:p>
            <a:pPr indent="0" algn="r" defTabSz="9144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146" name="PlaceHolder 4"/>
          <p:cNvSpPr>
            <a:spLocks noGrp="1"/>
          </p:cNvSpPr>
          <p:nvPr>
            <p:ph type="ftr" idx="23"/>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47" name="PlaceHolder 5"/>
          <p:cNvSpPr>
            <a:spLocks noGrp="1"/>
          </p:cNvSpPr>
          <p:nvPr>
            <p:ph type="sldNum" idx="24"/>
          </p:nvPr>
        </p:nvSpPr>
        <p:spPr>
          <a:xfrm>
            <a:off x="8590680" y="6041520"/>
            <a:ext cx="6829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accent1"/>
                </a:solidFill>
                <a:latin typeface="Trebuchet MS"/>
              </a:defRPr>
            </a:lvl1pPr>
          </a:lstStyle>
          <a:p>
            <a:pPr indent="0" algn="r" defTabSz="914400">
              <a:lnSpc>
                <a:spcPct val="100000"/>
              </a:lnSpc>
              <a:buNone/>
            </a:pPr>
            <a:fld id="{6A1CDF05-7B4E-4EB9-9024-2E97554D8260}"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48" name="Group 43"/>
          <p:cNvGrpSpPr/>
          <p:nvPr/>
        </p:nvGrpSpPr>
        <p:grpSpPr>
          <a:xfrm>
            <a:off x="0" y="-8640"/>
            <a:ext cx="12191760" cy="6866640"/>
            <a:chOff x="0" y="-8640"/>
            <a:chExt cx="12191760" cy="6866640"/>
          </a:xfrm>
        </p:grpSpPr>
        <p:cxnSp>
          <p:nvCxnSpPr>
            <p:cNvPr id="149"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150"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151"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52"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53"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54"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55"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56"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57"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58"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159"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Click to edit Master title style</a:t>
            </a:r>
            <a:endParaRPr b="0" lang="en-US" sz="3600" spc="-1" strike="noStrike">
              <a:solidFill>
                <a:schemeClr val="dk1"/>
              </a:solidFill>
              <a:latin typeface="Trebuchet MS"/>
            </a:endParaRPr>
          </a:p>
        </p:txBody>
      </p:sp>
      <p:sp>
        <p:nvSpPr>
          <p:cNvPr id="160" name="PlaceHolder 2"/>
          <p:cNvSpPr>
            <a:spLocks noGrp="1"/>
          </p:cNvSpPr>
          <p:nvPr>
            <p:ph type="body"/>
          </p:nvPr>
        </p:nvSpPr>
        <p:spPr>
          <a:xfrm>
            <a:off x="677160" y="2160720"/>
            <a:ext cx="8596440" cy="388044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Wingdings 3"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143000" indent="-228600" defTabSz="457200">
              <a:lnSpc>
                <a:spcPct val="100000"/>
              </a:lnSpc>
              <a:spcBef>
                <a:spcPts val="1001"/>
              </a:spcBef>
              <a:buClr>
                <a:srgbClr val="5fcbef"/>
              </a:buClr>
              <a:buSzPct val="80000"/>
              <a:buFont typeface="Wingdings 3"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6002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0574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161" name="PlaceHolder 3"/>
          <p:cNvSpPr>
            <a:spLocks noGrp="1"/>
          </p:cNvSpPr>
          <p:nvPr>
            <p:ph type="dt" idx="25"/>
          </p:nvPr>
        </p:nvSpPr>
        <p:spPr>
          <a:xfrm>
            <a:off x="7205040" y="6041520"/>
            <a:ext cx="9115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tint val="75000"/>
                  </a:schemeClr>
                </a:solidFill>
                <a:latin typeface="Trebuchet MS"/>
              </a:defRPr>
            </a:lvl1pPr>
          </a:lstStyle>
          <a:p>
            <a:pPr indent="0" algn="r" defTabSz="9144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162" name="PlaceHolder 4"/>
          <p:cNvSpPr>
            <a:spLocks noGrp="1"/>
          </p:cNvSpPr>
          <p:nvPr>
            <p:ph type="ftr" idx="26"/>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63" name="PlaceHolder 5"/>
          <p:cNvSpPr>
            <a:spLocks noGrp="1"/>
          </p:cNvSpPr>
          <p:nvPr>
            <p:ph type="sldNum" idx="27"/>
          </p:nvPr>
        </p:nvSpPr>
        <p:spPr>
          <a:xfrm>
            <a:off x="8590680" y="6041520"/>
            <a:ext cx="6829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accent1"/>
                </a:solidFill>
                <a:latin typeface="Trebuchet MS"/>
              </a:defRPr>
            </a:lvl1pPr>
          </a:lstStyle>
          <a:p>
            <a:pPr indent="0" algn="r" defTabSz="914400">
              <a:lnSpc>
                <a:spcPct val="100000"/>
              </a:lnSpc>
              <a:buNone/>
            </a:pPr>
            <a:fld id="{27FBD42B-F14E-42AC-96C0-17826B98587D}"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66" name="Group 43"/>
          <p:cNvGrpSpPr/>
          <p:nvPr/>
        </p:nvGrpSpPr>
        <p:grpSpPr>
          <a:xfrm>
            <a:off x="0" y="-8640"/>
            <a:ext cx="12191760" cy="6866640"/>
            <a:chOff x="0" y="-8640"/>
            <a:chExt cx="12191760" cy="6866640"/>
          </a:xfrm>
        </p:grpSpPr>
        <p:cxnSp>
          <p:nvCxnSpPr>
            <p:cNvPr id="167"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168"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169"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70"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71"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72"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73"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74"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75"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76"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177" name="PlaceHolder 1"/>
          <p:cNvSpPr>
            <a:spLocks noGrp="1"/>
          </p:cNvSpPr>
          <p:nvPr>
            <p:ph type="title"/>
          </p:nvPr>
        </p:nvSpPr>
        <p:spPr>
          <a:xfrm>
            <a:off x="677160" y="2700720"/>
            <a:ext cx="8596440" cy="1826280"/>
          </a:xfrm>
          <a:prstGeom prst="rect">
            <a:avLst/>
          </a:prstGeom>
          <a:noFill/>
          <a:ln w="0">
            <a:noFill/>
          </a:ln>
        </p:spPr>
        <p:txBody>
          <a:bodyPr lIns="91440" rIns="91440" tIns="45720" bIns="45720" anchor="b">
            <a:noAutofit/>
          </a:bodyPr>
          <a:p>
            <a:pPr indent="0" defTabSz="457200">
              <a:lnSpc>
                <a:spcPct val="100000"/>
              </a:lnSpc>
              <a:buNone/>
            </a:pPr>
            <a:r>
              <a:rPr b="0" lang="en-US" sz="4000" spc="-1" strike="noStrike">
                <a:solidFill>
                  <a:schemeClr val="accent1"/>
                </a:solidFill>
                <a:latin typeface="Trebuchet MS"/>
              </a:rPr>
              <a:t>Click to edit Master title style</a:t>
            </a:r>
            <a:endParaRPr b="0" lang="en-US" sz="4000" spc="-1" strike="noStrike">
              <a:solidFill>
                <a:schemeClr val="dk1"/>
              </a:solidFill>
              <a:latin typeface="Trebuchet MS"/>
            </a:endParaRPr>
          </a:p>
        </p:txBody>
      </p:sp>
      <p:sp>
        <p:nvSpPr>
          <p:cNvPr id="178" name="PlaceHolder 2"/>
          <p:cNvSpPr>
            <a:spLocks noGrp="1"/>
          </p:cNvSpPr>
          <p:nvPr>
            <p:ph type="body"/>
          </p:nvPr>
        </p:nvSpPr>
        <p:spPr>
          <a:xfrm>
            <a:off x="677160" y="4527360"/>
            <a:ext cx="8596440" cy="86004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50000"/>
                    <a:lumOff val="50000"/>
                  </a:schemeClr>
                </a:solidFill>
                <a:latin typeface="Trebuchet MS"/>
              </a:rPr>
              <a:t>Click to edit Master text styles</a:t>
            </a:r>
            <a:endParaRPr b="0" lang="en-US" sz="2000" spc="-1" strike="noStrike">
              <a:solidFill>
                <a:schemeClr val="dk1">
                  <a:lumMod val="75000"/>
                  <a:lumOff val="25000"/>
                </a:schemeClr>
              </a:solidFill>
              <a:latin typeface="Trebuchet MS"/>
            </a:endParaRPr>
          </a:p>
        </p:txBody>
      </p:sp>
      <p:sp>
        <p:nvSpPr>
          <p:cNvPr id="179" name="PlaceHolder 3"/>
          <p:cNvSpPr>
            <a:spLocks noGrp="1"/>
          </p:cNvSpPr>
          <p:nvPr>
            <p:ph type="dt" idx="28"/>
          </p:nvPr>
        </p:nvSpPr>
        <p:spPr>
          <a:xfrm>
            <a:off x="7205040" y="6041520"/>
            <a:ext cx="9115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tint val="75000"/>
                  </a:schemeClr>
                </a:solidFill>
                <a:latin typeface="Trebuchet MS"/>
              </a:defRPr>
            </a:lvl1pPr>
          </a:lstStyle>
          <a:p>
            <a:pPr indent="0" algn="r" defTabSz="9144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180" name="PlaceHolder 4"/>
          <p:cNvSpPr>
            <a:spLocks noGrp="1"/>
          </p:cNvSpPr>
          <p:nvPr>
            <p:ph type="ftr" idx="29"/>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81" name="PlaceHolder 5"/>
          <p:cNvSpPr>
            <a:spLocks noGrp="1"/>
          </p:cNvSpPr>
          <p:nvPr>
            <p:ph type="sldNum" idx="30"/>
          </p:nvPr>
        </p:nvSpPr>
        <p:spPr>
          <a:xfrm>
            <a:off x="8590680" y="6041520"/>
            <a:ext cx="6829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accent1"/>
                </a:solidFill>
                <a:latin typeface="Trebuchet MS"/>
              </a:defRPr>
            </a:lvl1pPr>
          </a:lstStyle>
          <a:p>
            <a:pPr indent="0" algn="r" defTabSz="914400">
              <a:lnSpc>
                <a:spcPct val="100000"/>
              </a:lnSpc>
              <a:buNone/>
            </a:pPr>
            <a:fld id="{C7E9CE87-7488-45D0-9352-BE5D0E64F256}"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82" name="Group 43"/>
          <p:cNvGrpSpPr/>
          <p:nvPr/>
        </p:nvGrpSpPr>
        <p:grpSpPr>
          <a:xfrm>
            <a:off x="0" y="-8640"/>
            <a:ext cx="12191760" cy="6866640"/>
            <a:chOff x="0" y="-8640"/>
            <a:chExt cx="12191760" cy="6866640"/>
          </a:xfrm>
        </p:grpSpPr>
        <p:cxnSp>
          <p:nvCxnSpPr>
            <p:cNvPr id="183"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184"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185"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86"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87"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88"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89"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90"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91"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192"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193"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Click to edit Master title style</a:t>
            </a:r>
            <a:endParaRPr b="0" lang="en-US" sz="3600" spc="-1" strike="noStrike">
              <a:solidFill>
                <a:schemeClr val="dk1"/>
              </a:solidFill>
              <a:latin typeface="Trebuchet MS"/>
            </a:endParaRPr>
          </a:p>
        </p:txBody>
      </p:sp>
      <p:sp>
        <p:nvSpPr>
          <p:cNvPr id="194" name="PlaceHolder 2"/>
          <p:cNvSpPr>
            <a:spLocks noGrp="1"/>
          </p:cNvSpPr>
          <p:nvPr>
            <p:ph type="body"/>
          </p:nvPr>
        </p:nvSpPr>
        <p:spPr>
          <a:xfrm>
            <a:off x="677160" y="2160720"/>
            <a:ext cx="4183560" cy="388044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Wingdings 3"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143000" indent="-228600" defTabSz="457200">
              <a:lnSpc>
                <a:spcPct val="100000"/>
              </a:lnSpc>
              <a:spcBef>
                <a:spcPts val="1001"/>
              </a:spcBef>
              <a:buClr>
                <a:srgbClr val="5fcbef"/>
              </a:buClr>
              <a:buSzPct val="80000"/>
              <a:buFont typeface="Wingdings 3"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6002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0574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195" name="PlaceHolder 3"/>
          <p:cNvSpPr>
            <a:spLocks noGrp="1"/>
          </p:cNvSpPr>
          <p:nvPr>
            <p:ph type="body"/>
          </p:nvPr>
        </p:nvSpPr>
        <p:spPr>
          <a:xfrm>
            <a:off x="5090040" y="2160720"/>
            <a:ext cx="4183560" cy="388044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Wingdings 3"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143000" indent="-228600" defTabSz="457200">
              <a:lnSpc>
                <a:spcPct val="100000"/>
              </a:lnSpc>
              <a:spcBef>
                <a:spcPts val="1001"/>
              </a:spcBef>
              <a:buClr>
                <a:srgbClr val="5fcbef"/>
              </a:buClr>
              <a:buSzPct val="80000"/>
              <a:buFont typeface="Wingdings 3"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6002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0574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196" name="PlaceHolder 4"/>
          <p:cNvSpPr>
            <a:spLocks noGrp="1"/>
          </p:cNvSpPr>
          <p:nvPr>
            <p:ph type="dt" idx="31"/>
          </p:nvPr>
        </p:nvSpPr>
        <p:spPr>
          <a:xfrm>
            <a:off x="7205040" y="6041520"/>
            <a:ext cx="9115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tint val="75000"/>
                  </a:schemeClr>
                </a:solidFill>
                <a:latin typeface="Trebuchet MS"/>
              </a:defRPr>
            </a:lvl1pPr>
          </a:lstStyle>
          <a:p>
            <a:pPr indent="0" algn="r" defTabSz="9144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197" name="PlaceHolder 5"/>
          <p:cNvSpPr>
            <a:spLocks noGrp="1"/>
          </p:cNvSpPr>
          <p:nvPr>
            <p:ph type="ftr" idx="32"/>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98" name="PlaceHolder 6"/>
          <p:cNvSpPr>
            <a:spLocks noGrp="1"/>
          </p:cNvSpPr>
          <p:nvPr>
            <p:ph type="sldNum" idx="33"/>
          </p:nvPr>
        </p:nvSpPr>
        <p:spPr>
          <a:xfrm>
            <a:off x="8590680" y="6041520"/>
            <a:ext cx="6829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accent1"/>
                </a:solidFill>
                <a:latin typeface="Trebuchet MS"/>
              </a:defRPr>
            </a:lvl1pPr>
          </a:lstStyle>
          <a:p>
            <a:pPr indent="0" algn="r" defTabSz="914400">
              <a:lnSpc>
                <a:spcPct val="100000"/>
              </a:lnSpc>
              <a:buNone/>
            </a:pPr>
            <a:fld id="{84B2CA6C-804B-4C20-9000-F2FDD655DA5A}"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02" name="Group 43"/>
          <p:cNvGrpSpPr/>
          <p:nvPr/>
        </p:nvGrpSpPr>
        <p:grpSpPr>
          <a:xfrm>
            <a:off x="0" y="-8640"/>
            <a:ext cx="12191760" cy="6866640"/>
            <a:chOff x="0" y="-8640"/>
            <a:chExt cx="12191760" cy="6866640"/>
          </a:xfrm>
        </p:grpSpPr>
        <p:cxnSp>
          <p:nvCxnSpPr>
            <p:cNvPr id="203"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204"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205"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06"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07"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08"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09"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10"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11"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12"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213"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Click to edit Master title style</a:t>
            </a:r>
            <a:endParaRPr b="0" lang="en-US" sz="3600" spc="-1" strike="noStrike">
              <a:solidFill>
                <a:schemeClr val="dk1"/>
              </a:solidFill>
              <a:latin typeface="Trebuchet MS"/>
            </a:endParaRPr>
          </a:p>
        </p:txBody>
      </p:sp>
      <p:sp>
        <p:nvSpPr>
          <p:cNvPr id="214" name="PlaceHolder 2"/>
          <p:cNvSpPr>
            <a:spLocks noGrp="1"/>
          </p:cNvSpPr>
          <p:nvPr>
            <p:ph type="body"/>
          </p:nvPr>
        </p:nvSpPr>
        <p:spPr>
          <a:xfrm>
            <a:off x="675720" y="2161080"/>
            <a:ext cx="4185360" cy="57600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pc="-1" strike="noStrike">
                <a:solidFill>
                  <a:schemeClr val="dk1">
                    <a:lumMod val="75000"/>
                    <a:lumOff val="25000"/>
                  </a:schemeClr>
                </a:solidFill>
                <a:latin typeface="Trebuchet MS"/>
              </a:rPr>
              <a:t>Click to edit Master text styles</a:t>
            </a:r>
            <a:endParaRPr b="0" lang="en-US" sz="2400" spc="-1" strike="noStrike">
              <a:solidFill>
                <a:schemeClr val="dk1">
                  <a:lumMod val="75000"/>
                  <a:lumOff val="25000"/>
                </a:schemeClr>
              </a:solidFill>
              <a:latin typeface="Trebuchet MS"/>
            </a:endParaRPr>
          </a:p>
        </p:txBody>
      </p:sp>
      <p:sp>
        <p:nvSpPr>
          <p:cNvPr id="215" name="PlaceHolder 3"/>
          <p:cNvSpPr>
            <a:spLocks noGrp="1"/>
          </p:cNvSpPr>
          <p:nvPr>
            <p:ph type="body"/>
          </p:nvPr>
        </p:nvSpPr>
        <p:spPr>
          <a:xfrm>
            <a:off x="675720" y="2737080"/>
            <a:ext cx="4185360" cy="330372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Wingdings 3"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143000" indent="-228600" defTabSz="457200">
              <a:lnSpc>
                <a:spcPct val="100000"/>
              </a:lnSpc>
              <a:spcBef>
                <a:spcPts val="1001"/>
              </a:spcBef>
              <a:buClr>
                <a:srgbClr val="5fcbef"/>
              </a:buClr>
              <a:buSzPct val="80000"/>
              <a:buFont typeface="Wingdings 3"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6002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0574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216" name="PlaceHolder 4"/>
          <p:cNvSpPr>
            <a:spLocks noGrp="1"/>
          </p:cNvSpPr>
          <p:nvPr>
            <p:ph type="body"/>
          </p:nvPr>
        </p:nvSpPr>
        <p:spPr>
          <a:xfrm>
            <a:off x="5088240" y="2161080"/>
            <a:ext cx="4185360" cy="57600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pc="-1" strike="noStrike">
                <a:solidFill>
                  <a:schemeClr val="dk1">
                    <a:lumMod val="75000"/>
                    <a:lumOff val="25000"/>
                  </a:schemeClr>
                </a:solidFill>
                <a:latin typeface="Trebuchet MS"/>
              </a:rPr>
              <a:t>Click to edit Master text styles</a:t>
            </a:r>
            <a:endParaRPr b="0" lang="en-US" sz="2400" spc="-1" strike="noStrike">
              <a:solidFill>
                <a:schemeClr val="dk1">
                  <a:lumMod val="75000"/>
                  <a:lumOff val="25000"/>
                </a:schemeClr>
              </a:solidFill>
              <a:latin typeface="Trebuchet MS"/>
            </a:endParaRPr>
          </a:p>
        </p:txBody>
      </p:sp>
      <p:sp>
        <p:nvSpPr>
          <p:cNvPr id="217" name="PlaceHolder 5"/>
          <p:cNvSpPr>
            <a:spLocks noGrp="1"/>
          </p:cNvSpPr>
          <p:nvPr>
            <p:ph type="body"/>
          </p:nvPr>
        </p:nvSpPr>
        <p:spPr>
          <a:xfrm>
            <a:off x="5088240" y="2737080"/>
            <a:ext cx="4185360" cy="330372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Wingdings 3"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143000" indent="-228600" defTabSz="457200">
              <a:lnSpc>
                <a:spcPct val="100000"/>
              </a:lnSpc>
              <a:spcBef>
                <a:spcPts val="1001"/>
              </a:spcBef>
              <a:buClr>
                <a:srgbClr val="5fcbef"/>
              </a:buClr>
              <a:buSzPct val="80000"/>
              <a:buFont typeface="Wingdings 3"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6002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0574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218" name="PlaceHolder 6"/>
          <p:cNvSpPr>
            <a:spLocks noGrp="1"/>
          </p:cNvSpPr>
          <p:nvPr>
            <p:ph type="dt" idx="34"/>
          </p:nvPr>
        </p:nvSpPr>
        <p:spPr>
          <a:xfrm>
            <a:off x="7205040" y="6041520"/>
            <a:ext cx="9115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tint val="75000"/>
                  </a:schemeClr>
                </a:solidFill>
                <a:latin typeface="Trebuchet MS"/>
              </a:defRPr>
            </a:lvl1pPr>
          </a:lstStyle>
          <a:p>
            <a:pPr indent="0" algn="r" defTabSz="9144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219" name="PlaceHolder 7"/>
          <p:cNvSpPr>
            <a:spLocks noGrp="1"/>
          </p:cNvSpPr>
          <p:nvPr>
            <p:ph type="ftr" idx="35"/>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20" name="PlaceHolder 8"/>
          <p:cNvSpPr>
            <a:spLocks noGrp="1"/>
          </p:cNvSpPr>
          <p:nvPr>
            <p:ph type="sldNum" idx="36"/>
          </p:nvPr>
        </p:nvSpPr>
        <p:spPr>
          <a:xfrm>
            <a:off x="8590680" y="6041520"/>
            <a:ext cx="6829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accent1"/>
                </a:solidFill>
                <a:latin typeface="Trebuchet MS"/>
              </a:defRPr>
            </a:lvl1pPr>
          </a:lstStyle>
          <a:p>
            <a:pPr indent="0" algn="r" defTabSz="914400">
              <a:lnSpc>
                <a:spcPct val="100000"/>
              </a:lnSpc>
              <a:buNone/>
            </a:pPr>
            <a:fld id="{107EA45E-3E86-4B57-AACD-578506438C9F}"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21" name="Group 43"/>
          <p:cNvGrpSpPr/>
          <p:nvPr/>
        </p:nvGrpSpPr>
        <p:grpSpPr>
          <a:xfrm>
            <a:off x="0" y="-8640"/>
            <a:ext cx="12191760" cy="6866640"/>
            <a:chOff x="0" y="-8640"/>
            <a:chExt cx="12191760" cy="6866640"/>
          </a:xfrm>
        </p:grpSpPr>
        <p:cxnSp>
          <p:nvCxnSpPr>
            <p:cNvPr id="222"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223"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224"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25"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26"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27"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28"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29"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30"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31"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232"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Click to edit Master title style</a:t>
            </a:r>
            <a:endParaRPr b="0" lang="en-US" sz="3600" spc="-1" strike="noStrike">
              <a:solidFill>
                <a:schemeClr val="dk1"/>
              </a:solidFill>
              <a:latin typeface="Trebuchet MS"/>
            </a:endParaRPr>
          </a:p>
        </p:txBody>
      </p:sp>
      <p:sp>
        <p:nvSpPr>
          <p:cNvPr id="233" name="PlaceHolder 2"/>
          <p:cNvSpPr>
            <a:spLocks noGrp="1"/>
          </p:cNvSpPr>
          <p:nvPr>
            <p:ph type="dt" idx="37"/>
          </p:nvPr>
        </p:nvSpPr>
        <p:spPr>
          <a:xfrm>
            <a:off x="7205040" y="6041520"/>
            <a:ext cx="9115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tint val="75000"/>
                  </a:schemeClr>
                </a:solidFill>
                <a:latin typeface="Trebuchet MS"/>
              </a:defRPr>
            </a:lvl1pPr>
          </a:lstStyle>
          <a:p>
            <a:pPr indent="0" algn="r" defTabSz="9144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234" name="PlaceHolder 3"/>
          <p:cNvSpPr>
            <a:spLocks noGrp="1"/>
          </p:cNvSpPr>
          <p:nvPr>
            <p:ph type="ftr" idx="38"/>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35" name="PlaceHolder 4"/>
          <p:cNvSpPr>
            <a:spLocks noGrp="1"/>
          </p:cNvSpPr>
          <p:nvPr>
            <p:ph type="sldNum" idx="39"/>
          </p:nvPr>
        </p:nvSpPr>
        <p:spPr>
          <a:xfrm>
            <a:off x="8590680" y="6041520"/>
            <a:ext cx="6829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accent1"/>
                </a:solidFill>
                <a:latin typeface="Trebuchet MS"/>
              </a:defRPr>
            </a:lvl1pPr>
          </a:lstStyle>
          <a:p>
            <a:pPr indent="0" algn="r" defTabSz="914400">
              <a:lnSpc>
                <a:spcPct val="100000"/>
              </a:lnSpc>
              <a:buNone/>
            </a:pPr>
            <a:fld id="{41ED7B1C-8AF9-40C5-8E75-CADA92872B25}"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37" name="Group 43"/>
          <p:cNvGrpSpPr/>
          <p:nvPr/>
        </p:nvGrpSpPr>
        <p:grpSpPr>
          <a:xfrm>
            <a:off x="0" y="-8640"/>
            <a:ext cx="12191760" cy="6866640"/>
            <a:chOff x="0" y="-8640"/>
            <a:chExt cx="12191760" cy="6866640"/>
          </a:xfrm>
        </p:grpSpPr>
        <p:cxnSp>
          <p:nvCxnSpPr>
            <p:cNvPr id="238"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239"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240"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41"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42"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43"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44"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45"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46"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47"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248" name="PlaceHolder 1"/>
          <p:cNvSpPr>
            <a:spLocks noGrp="1"/>
          </p:cNvSpPr>
          <p:nvPr>
            <p:ph type="dt" idx="40"/>
          </p:nvPr>
        </p:nvSpPr>
        <p:spPr>
          <a:xfrm>
            <a:off x="7205040" y="6041520"/>
            <a:ext cx="9115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tint val="75000"/>
                  </a:schemeClr>
                </a:solidFill>
                <a:latin typeface="Trebuchet MS"/>
              </a:defRPr>
            </a:lvl1pPr>
          </a:lstStyle>
          <a:p>
            <a:pPr indent="0" algn="r" defTabSz="9144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249" name="PlaceHolder 2"/>
          <p:cNvSpPr>
            <a:spLocks noGrp="1"/>
          </p:cNvSpPr>
          <p:nvPr>
            <p:ph type="ftr" idx="41"/>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50" name="PlaceHolder 3"/>
          <p:cNvSpPr>
            <a:spLocks noGrp="1"/>
          </p:cNvSpPr>
          <p:nvPr>
            <p:ph type="sldNum" idx="42"/>
          </p:nvPr>
        </p:nvSpPr>
        <p:spPr>
          <a:xfrm>
            <a:off x="8590680" y="6041520"/>
            <a:ext cx="6829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accent1"/>
                </a:solidFill>
                <a:latin typeface="Trebuchet MS"/>
              </a:defRPr>
            </a:lvl1pPr>
          </a:lstStyle>
          <a:p>
            <a:pPr indent="0" algn="r" defTabSz="914400">
              <a:lnSpc>
                <a:spcPct val="100000"/>
              </a:lnSpc>
              <a:buNone/>
            </a:pPr>
            <a:fld id="{E4692B9C-61C1-494C-9B8A-BECB53830CCB}"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51" name="Group 43"/>
          <p:cNvGrpSpPr/>
          <p:nvPr/>
        </p:nvGrpSpPr>
        <p:grpSpPr>
          <a:xfrm>
            <a:off x="0" y="-8640"/>
            <a:ext cx="12191760" cy="6866640"/>
            <a:chOff x="0" y="-8640"/>
            <a:chExt cx="12191760" cy="6866640"/>
          </a:xfrm>
        </p:grpSpPr>
        <p:cxnSp>
          <p:nvCxnSpPr>
            <p:cNvPr id="252"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253"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254"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55"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56"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57"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58"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59"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60"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61"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262" name="PlaceHolder 1"/>
          <p:cNvSpPr>
            <a:spLocks noGrp="1"/>
          </p:cNvSpPr>
          <p:nvPr>
            <p:ph type="title"/>
          </p:nvPr>
        </p:nvSpPr>
        <p:spPr>
          <a:xfrm>
            <a:off x="677160" y="1498680"/>
            <a:ext cx="3854160" cy="1278000"/>
          </a:xfrm>
          <a:prstGeom prst="rect">
            <a:avLst/>
          </a:prstGeom>
          <a:noFill/>
          <a:ln w="0">
            <a:noFill/>
          </a:ln>
        </p:spPr>
        <p:txBody>
          <a:bodyPr lIns="91440" rIns="91440" tIns="45720" bIns="45720" anchor="b">
            <a:normAutofit/>
          </a:bodyPr>
          <a:p>
            <a:pPr indent="0" defTabSz="457200">
              <a:lnSpc>
                <a:spcPct val="100000"/>
              </a:lnSpc>
              <a:buNone/>
            </a:pPr>
            <a:r>
              <a:rPr b="0" lang="en-US" sz="2000" spc="-1" strike="noStrike">
                <a:solidFill>
                  <a:schemeClr val="accent1"/>
                </a:solidFill>
                <a:latin typeface="Trebuchet MS"/>
              </a:rPr>
              <a:t>Click to edit Master title style</a:t>
            </a:r>
            <a:endParaRPr b="0" lang="en-US" sz="2000" spc="-1" strike="noStrike">
              <a:solidFill>
                <a:schemeClr val="dk1"/>
              </a:solidFill>
              <a:latin typeface="Trebuchet MS"/>
            </a:endParaRPr>
          </a:p>
        </p:txBody>
      </p:sp>
      <p:sp>
        <p:nvSpPr>
          <p:cNvPr id="263" name="PlaceHolder 2"/>
          <p:cNvSpPr>
            <a:spLocks noGrp="1"/>
          </p:cNvSpPr>
          <p:nvPr>
            <p:ph type="body"/>
          </p:nvPr>
        </p:nvSpPr>
        <p:spPr>
          <a:xfrm>
            <a:off x="4760640" y="514800"/>
            <a:ext cx="4513320" cy="552600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Wingdings 3"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143000" indent="-228600" defTabSz="457200">
              <a:lnSpc>
                <a:spcPct val="100000"/>
              </a:lnSpc>
              <a:spcBef>
                <a:spcPts val="1001"/>
              </a:spcBef>
              <a:buClr>
                <a:srgbClr val="5fcbef"/>
              </a:buClr>
              <a:buSzPct val="80000"/>
              <a:buFont typeface="Wingdings 3"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6002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0574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264" name="PlaceHolder 3"/>
          <p:cNvSpPr>
            <a:spLocks noGrp="1"/>
          </p:cNvSpPr>
          <p:nvPr>
            <p:ph type="body"/>
          </p:nvPr>
        </p:nvSpPr>
        <p:spPr>
          <a:xfrm>
            <a:off x="677160" y="2777040"/>
            <a:ext cx="3854160" cy="258408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400" spc="-1" strike="noStrike">
                <a:solidFill>
                  <a:schemeClr val="dk1">
                    <a:lumMod val="75000"/>
                    <a:lumOff val="25000"/>
                  </a:schemeClr>
                </a:solidFill>
                <a:latin typeface="Trebuchet MS"/>
              </a:rPr>
              <a:t>Click to edit Master text styles</a:t>
            </a:r>
            <a:endParaRPr b="0" lang="en-US" sz="1400" spc="-1" strike="noStrike">
              <a:solidFill>
                <a:schemeClr val="dk1">
                  <a:lumMod val="75000"/>
                  <a:lumOff val="25000"/>
                </a:schemeClr>
              </a:solidFill>
              <a:latin typeface="Trebuchet MS"/>
            </a:endParaRPr>
          </a:p>
        </p:txBody>
      </p:sp>
      <p:sp>
        <p:nvSpPr>
          <p:cNvPr id="265" name="PlaceHolder 4"/>
          <p:cNvSpPr>
            <a:spLocks noGrp="1"/>
          </p:cNvSpPr>
          <p:nvPr>
            <p:ph type="dt" idx="43"/>
          </p:nvPr>
        </p:nvSpPr>
        <p:spPr>
          <a:xfrm>
            <a:off x="7205040" y="6041520"/>
            <a:ext cx="9115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tint val="75000"/>
                  </a:schemeClr>
                </a:solidFill>
                <a:latin typeface="Trebuchet MS"/>
              </a:defRPr>
            </a:lvl1pPr>
          </a:lstStyle>
          <a:p>
            <a:pPr indent="0" algn="r" defTabSz="9144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266" name="PlaceHolder 5"/>
          <p:cNvSpPr>
            <a:spLocks noGrp="1"/>
          </p:cNvSpPr>
          <p:nvPr>
            <p:ph type="ftr" idx="44"/>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67" name="PlaceHolder 6"/>
          <p:cNvSpPr>
            <a:spLocks noGrp="1"/>
          </p:cNvSpPr>
          <p:nvPr>
            <p:ph type="sldNum" idx="45"/>
          </p:nvPr>
        </p:nvSpPr>
        <p:spPr>
          <a:xfrm>
            <a:off x="8590680" y="6041520"/>
            <a:ext cx="6829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accent1"/>
                </a:solidFill>
                <a:latin typeface="Trebuchet MS"/>
              </a:defRPr>
            </a:lvl1pPr>
          </a:lstStyle>
          <a:p>
            <a:pPr indent="0" algn="r" defTabSz="914400">
              <a:lnSpc>
                <a:spcPct val="100000"/>
              </a:lnSpc>
              <a:buNone/>
            </a:pPr>
            <a:fld id="{972157B2-E0E1-4CA8-96BF-DEF0CA2A333F}"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68" name="Group 43"/>
          <p:cNvGrpSpPr/>
          <p:nvPr/>
        </p:nvGrpSpPr>
        <p:grpSpPr>
          <a:xfrm>
            <a:off x="0" y="-8640"/>
            <a:ext cx="12191760" cy="6866640"/>
            <a:chOff x="0" y="-8640"/>
            <a:chExt cx="12191760" cy="6866640"/>
          </a:xfrm>
        </p:grpSpPr>
        <p:cxnSp>
          <p:nvCxnSpPr>
            <p:cNvPr id="269"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270"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271"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72"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73"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74"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75"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76"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77"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78"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279" name="PlaceHolder 1"/>
          <p:cNvSpPr>
            <a:spLocks noGrp="1"/>
          </p:cNvSpPr>
          <p:nvPr>
            <p:ph type="title"/>
          </p:nvPr>
        </p:nvSpPr>
        <p:spPr>
          <a:xfrm>
            <a:off x="677160" y="4800600"/>
            <a:ext cx="8596440" cy="566280"/>
          </a:xfrm>
          <a:prstGeom prst="rect">
            <a:avLst/>
          </a:prstGeom>
          <a:noFill/>
          <a:ln w="0">
            <a:noFill/>
          </a:ln>
        </p:spPr>
        <p:txBody>
          <a:bodyPr lIns="91440" rIns="91440" tIns="45720" bIns="45720" anchor="b">
            <a:normAutofit/>
          </a:bodyPr>
          <a:p>
            <a:pPr indent="0" defTabSz="457200">
              <a:lnSpc>
                <a:spcPct val="100000"/>
              </a:lnSpc>
              <a:buNone/>
            </a:pPr>
            <a:r>
              <a:rPr b="0" lang="en-US" sz="2400" spc="-1" strike="noStrike">
                <a:solidFill>
                  <a:schemeClr val="accent1"/>
                </a:solidFill>
                <a:latin typeface="Trebuchet MS"/>
              </a:rPr>
              <a:t>Click to edit Master title style</a:t>
            </a:r>
            <a:endParaRPr b="0" lang="en-US" sz="2400" spc="-1" strike="noStrike">
              <a:solidFill>
                <a:schemeClr val="dk1"/>
              </a:solidFill>
              <a:latin typeface="Trebuchet MS"/>
            </a:endParaRPr>
          </a:p>
        </p:txBody>
      </p:sp>
      <p:sp>
        <p:nvSpPr>
          <p:cNvPr id="280" name="PlaceHolder 2"/>
          <p:cNvSpPr>
            <a:spLocks noGrp="1"/>
          </p:cNvSpPr>
          <p:nvPr>
            <p:ph type="body"/>
          </p:nvPr>
        </p:nvSpPr>
        <p:spPr>
          <a:xfrm>
            <a:off x="677160" y="609480"/>
            <a:ext cx="8596440" cy="38455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en-US" sz="1600" spc="-1" strike="noStrike">
                <a:solidFill>
                  <a:schemeClr val="dk1">
                    <a:lumMod val="75000"/>
                    <a:lumOff val="25000"/>
                  </a:schemeClr>
                </a:solidFill>
                <a:latin typeface="Trebuchet MS"/>
              </a:rPr>
              <a:t>Click to edit the outline text format</a:t>
            </a:r>
            <a:endParaRPr b="0" lang="en-US" sz="1600" spc="-1" strike="noStrike">
              <a:solidFill>
                <a:schemeClr val="dk1">
                  <a:lumMod val="75000"/>
                  <a:lumOff val="25000"/>
                </a:schemeClr>
              </a:solidFill>
              <a:latin typeface="Trebuchet MS"/>
            </a:endParaRPr>
          </a:p>
          <a:p>
            <a:pPr lvl="1" marL="864000" indent="-324000">
              <a:spcBef>
                <a:spcPts val="1134"/>
              </a:spcBef>
              <a:buClr>
                <a:srgbClr val="000000"/>
              </a:buClr>
              <a:buSzPct val="75000"/>
              <a:buFont typeface="Symbol" charset="2"/>
              <a:buChar char=""/>
            </a:pPr>
            <a:r>
              <a:rPr b="0" lang="en-US" sz="1600" spc="-1" strike="noStrike">
                <a:solidFill>
                  <a:schemeClr val="dk1">
                    <a:lumMod val="75000"/>
                    <a:lumOff val="25000"/>
                  </a:schemeClr>
                </a:solidFill>
                <a:latin typeface="Trebuchet MS"/>
              </a:rPr>
              <a:t>Second Outline Level</a:t>
            </a:r>
            <a:endParaRPr b="0" lang="en-US" sz="1600" spc="-1" strike="noStrike">
              <a:solidFill>
                <a:schemeClr val="dk1">
                  <a:lumMod val="75000"/>
                  <a:lumOff val="25000"/>
                </a:schemeClr>
              </a:solidFill>
              <a:latin typeface="Trebuchet MS"/>
            </a:endParaRPr>
          </a:p>
          <a:p>
            <a:pPr lvl="2" marL="1296000" indent="-288000">
              <a:spcBef>
                <a:spcPts val="850"/>
              </a:spcBef>
              <a:buClr>
                <a:srgbClr val="000000"/>
              </a:buClr>
              <a:buSzPct val="45000"/>
              <a:buFont typeface="Wingdings" charset="2"/>
              <a:buChar char=""/>
            </a:pPr>
            <a:r>
              <a:rPr b="0" lang="en-US" sz="1600" spc="-1" strike="noStrike">
                <a:solidFill>
                  <a:schemeClr val="dk1">
                    <a:lumMod val="75000"/>
                    <a:lumOff val="25000"/>
                  </a:schemeClr>
                </a:solidFill>
                <a:latin typeface="Trebuchet MS"/>
              </a:rPr>
              <a:t>Third Outline Level</a:t>
            </a:r>
            <a:endParaRPr b="0" lang="en-US" sz="1600" spc="-1" strike="noStrike">
              <a:solidFill>
                <a:schemeClr val="dk1">
                  <a:lumMod val="75000"/>
                  <a:lumOff val="25000"/>
                </a:schemeClr>
              </a:solidFill>
              <a:latin typeface="Trebuchet MS"/>
            </a:endParaRPr>
          </a:p>
          <a:p>
            <a:pPr lvl="3" marL="1728000" indent="-216000">
              <a:spcBef>
                <a:spcPts val="567"/>
              </a:spcBef>
              <a:buClr>
                <a:srgbClr val="000000"/>
              </a:buClr>
              <a:buSzPct val="75000"/>
              <a:buFont typeface="Symbol" charset="2"/>
              <a:buChar char=""/>
            </a:pPr>
            <a:r>
              <a:rPr b="0" lang="en-US" sz="1600" spc="-1" strike="noStrike">
                <a:solidFill>
                  <a:schemeClr val="dk1">
                    <a:lumMod val="75000"/>
                    <a:lumOff val="25000"/>
                  </a:schemeClr>
                </a:solidFill>
                <a:latin typeface="Trebuchet MS"/>
              </a:rPr>
              <a:t>Fourth Outline Level</a:t>
            </a:r>
            <a:endParaRPr b="0" lang="en-US" sz="1600" spc="-1" strike="noStrike">
              <a:solidFill>
                <a:schemeClr val="dk1">
                  <a:lumMod val="75000"/>
                  <a:lumOff val="25000"/>
                </a:schemeClr>
              </a:solidFill>
              <a:latin typeface="Trebuchet MS"/>
            </a:endParaRPr>
          </a:p>
          <a:p>
            <a:pPr lvl="4" marL="2160000" indent="-216000">
              <a:spcBef>
                <a:spcPts val="283"/>
              </a:spcBef>
              <a:buClr>
                <a:srgbClr val="000000"/>
              </a:buClr>
              <a:buSzPct val="45000"/>
              <a:buFont typeface="Wingdings" charset="2"/>
              <a:buChar char=""/>
            </a:pPr>
            <a:r>
              <a:rPr b="0" lang="en-US" sz="1600" spc="-1" strike="noStrike">
                <a:solidFill>
                  <a:schemeClr val="dk1">
                    <a:lumMod val="75000"/>
                    <a:lumOff val="25000"/>
                  </a:schemeClr>
                </a:solidFill>
                <a:latin typeface="Trebuchet MS"/>
              </a:rPr>
              <a:t>Fifth Outline Level</a:t>
            </a:r>
            <a:endParaRPr b="0" lang="en-US" sz="1600" spc="-1" strike="noStrike">
              <a:solidFill>
                <a:schemeClr val="dk1">
                  <a:lumMod val="75000"/>
                  <a:lumOff val="25000"/>
                </a:schemeClr>
              </a:solidFill>
              <a:latin typeface="Trebuchet MS"/>
            </a:endParaRPr>
          </a:p>
          <a:p>
            <a:pPr lvl="5" marL="2592000" indent="-216000">
              <a:spcBef>
                <a:spcPts val="283"/>
              </a:spcBef>
              <a:buClr>
                <a:srgbClr val="000000"/>
              </a:buClr>
              <a:buSzPct val="45000"/>
              <a:buFont typeface="Wingdings" charset="2"/>
              <a:buChar char=""/>
            </a:pPr>
            <a:r>
              <a:rPr b="0" lang="en-US" sz="1600" spc="-1" strike="noStrike">
                <a:solidFill>
                  <a:schemeClr val="dk1">
                    <a:lumMod val="75000"/>
                    <a:lumOff val="25000"/>
                  </a:schemeClr>
                </a:solidFill>
                <a:latin typeface="Trebuchet MS"/>
              </a:rPr>
              <a:t>Sixth Outline Level</a:t>
            </a:r>
            <a:endParaRPr b="0" lang="en-US" sz="1600" spc="-1" strike="noStrike">
              <a:solidFill>
                <a:schemeClr val="dk1">
                  <a:lumMod val="75000"/>
                  <a:lumOff val="25000"/>
                </a:schemeClr>
              </a:solidFill>
              <a:latin typeface="Trebuchet MS"/>
            </a:endParaRPr>
          </a:p>
          <a:p>
            <a:pPr lvl="6" marL="3024000" indent="-216000">
              <a:spcBef>
                <a:spcPts val="283"/>
              </a:spcBef>
              <a:buClr>
                <a:srgbClr val="000000"/>
              </a:buClr>
              <a:buSzPct val="45000"/>
              <a:buFont typeface="Wingdings" charset="2"/>
              <a:buChar char=""/>
            </a:pPr>
            <a:r>
              <a:rPr b="0" lang="en-US" sz="1600" spc="-1" strike="noStrike">
                <a:solidFill>
                  <a:schemeClr val="dk1">
                    <a:lumMod val="75000"/>
                    <a:lumOff val="25000"/>
                  </a:schemeClr>
                </a:solidFill>
                <a:latin typeface="Trebuchet MS"/>
              </a:rPr>
              <a:t>Seventh Outline Level</a:t>
            </a:r>
            <a:endParaRPr b="0" lang="en-US" sz="1600" spc="-1" strike="noStrike">
              <a:solidFill>
                <a:schemeClr val="dk1">
                  <a:lumMod val="75000"/>
                  <a:lumOff val="25000"/>
                </a:schemeClr>
              </a:solidFill>
              <a:latin typeface="Trebuchet MS"/>
            </a:endParaRPr>
          </a:p>
        </p:txBody>
      </p:sp>
      <p:sp>
        <p:nvSpPr>
          <p:cNvPr id="281" name="PlaceHolder 3"/>
          <p:cNvSpPr>
            <a:spLocks noGrp="1"/>
          </p:cNvSpPr>
          <p:nvPr>
            <p:ph type="body"/>
          </p:nvPr>
        </p:nvSpPr>
        <p:spPr>
          <a:xfrm>
            <a:off x="677160" y="5367240"/>
            <a:ext cx="8596440" cy="6735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200" spc="-1" strike="noStrike">
                <a:solidFill>
                  <a:schemeClr val="dk1">
                    <a:lumMod val="75000"/>
                    <a:lumOff val="25000"/>
                  </a:schemeClr>
                </a:solidFill>
                <a:latin typeface="Trebuchet MS"/>
              </a:rPr>
              <a:t>Click to edit Master text styles</a:t>
            </a:r>
            <a:endParaRPr b="0" lang="en-US" sz="1200" spc="-1" strike="noStrike">
              <a:solidFill>
                <a:schemeClr val="dk1">
                  <a:lumMod val="75000"/>
                  <a:lumOff val="25000"/>
                </a:schemeClr>
              </a:solidFill>
              <a:latin typeface="Trebuchet MS"/>
            </a:endParaRPr>
          </a:p>
        </p:txBody>
      </p:sp>
      <p:sp>
        <p:nvSpPr>
          <p:cNvPr id="282" name="PlaceHolder 4"/>
          <p:cNvSpPr>
            <a:spLocks noGrp="1"/>
          </p:cNvSpPr>
          <p:nvPr>
            <p:ph type="ftr" idx="46"/>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83" name="PlaceHolder 5"/>
          <p:cNvSpPr>
            <a:spLocks noGrp="1"/>
          </p:cNvSpPr>
          <p:nvPr>
            <p:ph type="sldNum" idx="47"/>
          </p:nvPr>
        </p:nvSpPr>
        <p:spPr>
          <a:xfrm>
            <a:off x="8590680" y="6041520"/>
            <a:ext cx="6829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accent1"/>
                </a:solidFill>
                <a:latin typeface="Trebuchet MS"/>
              </a:defRPr>
            </a:lvl1pPr>
          </a:lstStyle>
          <a:p>
            <a:pPr indent="0" algn="r" defTabSz="914400">
              <a:lnSpc>
                <a:spcPct val="100000"/>
              </a:lnSpc>
              <a:buNone/>
            </a:pPr>
            <a:fld id="{4F861729-6241-4658-ABE1-BF23CFFE07C6}"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
        <p:nvSpPr>
          <p:cNvPr id="284" name="PlaceHolder 6"/>
          <p:cNvSpPr>
            <a:spLocks noGrp="1"/>
          </p:cNvSpPr>
          <p:nvPr>
            <p:ph type="dt" idx="48"/>
          </p:nvPr>
        </p:nvSpPr>
        <p:spPr>
          <a:xfrm>
            <a:off x="7205040" y="6041520"/>
            <a:ext cx="9115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tint val="75000"/>
                  </a:schemeClr>
                </a:solidFill>
                <a:latin typeface="Trebuchet MS"/>
              </a:defRPr>
            </a:lvl1pPr>
          </a:lstStyle>
          <a:p>
            <a:pPr indent="0" algn="r" defTabSz="9144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jpeg"/><Relationship Id="rId5"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jpeg"/><Relationship Id="rId3" Type="http://schemas.openxmlformats.org/officeDocument/2006/relationships/image" Target="../media/image9.jpeg"/><Relationship Id="rId4"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image" Target="../media/image17.jpeg"/><Relationship Id="rId2" Type="http://schemas.openxmlformats.org/officeDocument/2006/relationships/slideLayout" Target="../slideLayouts/slideLayout9.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image" Target="../media/image21.jpeg"/><Relationship Id="rId4" Type="http://schemas.openxmlformats.org/officeDocument/2006/relationships/image" Target="../media/image22.jpeg"/><Relationship Id="rId5" Type="http://schemas.openxmlformats.org/officeDocument/2006/relationships/slideLayout" Target="../slideLayouts/slideLayout9.xml"/>
</Relationships>
</file>

<file path=ppt/slides/_rels/slide16.xml.rels><?xml version="1.0" encoding="UTF-8"?>
<Relationships xmlns="http://schemas.openxmlformats.org/package/2006/relationships"><Relationship Id="rId1" Type="http://schemas.openxmlformats.org/officeDocument/2006/relationships/image" Target="../media/image23.jpeg"/><Relationship Id="rId2" Type="http://schemas.openxmlformats.org/officeDocument/2006/relationships/image" Target="../media/image24.png"/><Relationship Id="rId3" Type="http://schemas.openxmlformats.org/officeDocument/2006/relationships/slideLayout" Target="../slideLayouts/slideLayout9.xml"/>
</Relationships>
</file>

<file path=ppt/slides/_rels/slide17.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9.xml"/>
</Relationships>
</file>

<file path=ppt/slides/_rels/slide18.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slideLayout" Target="../slideLayouts/slideLayout9.xml"/>
</Relationships>
</file>

<file path=ppt/slides/_rels/slide19.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9.xml"/>
</Relationships>
</file>

<file path=ppt/slides/_rels/slide20.xml.rels><?xml version="1.0" encoding="UTF-8"?>
<Relationships xmlns="http://schemas.openxmlformats.org/package/2006/relationships"><Relationship Id="rId1" Type="http://schemas.openxmlformats.org/officeDocument/2006/relationships/video" Target="../media/media29.mp4"/><Relationship Id="rId2" Type="http://schemas.microsoft.com/office/2007/relationships/media" Target="../media/media29.mp4"/><Relationship Id="rId3" Type="http://schemas.openxmlformats.org/officeDocument/2006/relationships/image" Target="../media/image30.png"/><Relationship Id="rId4" Type="http://schemas.openxmlformats.org/officeDocument/2006/relationships/slideLayout" Target="../slideLayouts/slideLayout9.xml"/>
</Relationships>
</file>

<file path=ppt/slides/_rels/slide21.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9.xml"/>
</Relationships>
</file>

<file path=ppt/slides/_rels/slide22.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9.xml"/>
</Relationships>
</file>

<file path=ppt/slides/_rels/slide23.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9.xml"/>
</Relationships>
</file>

<file path=ppt/slides/_rels/slide24.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35.png"/><Relationship Id="rId3" Type="http://schemas.openxmlformats.org/officeDocument/2006/relationships/slideLayout" Target="../slideLayouts/slideLayout9.xml"/>
</Relationships>
</file>

<file path=ppt/slides/_rels/slide25.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slideLayout" Target="../slideLayouts/slideLayout9.xml"/>
</Relationships>
</file>

<file path=ppt/slides/_rels/slide26.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image" Target="../media/image40.png"/><Relationship Id="rId3" Type="http://schemas.openxmlformats.org/officeDocument/2006/relationships/slideLayout" Target="../slideLayouts/slideLayout9.xml"/>
</Relationships>
</file>

<file path=ppt/slides/_rels/slide27.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9.xml"/>
</Relationships>
</file>

<file path=ppt/slides/_rels/slide28.xml.rels><?xml version="1.0" encoding="UTF-8"?>
<Relationships xmlns="http://schemas.openxmlformats.org/package/2006/relationships"><Relationship Id="rId1" Type="http://schemas.openxmlformats.org/officeDocument/2006/relationships/image" Target="../media/image44.png"/><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slideLayout" Target="../slideLayouts/slideLayout9.xml"/>
</Relationships>
</file>

<file path=ppt/slides/_rels/slide29.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48.png"/><Relationship Id="rId3" Type="http://schemas.openxmlformats.org/officeDocument/2006/relationships/slideLayout" Target="../slideLayouts/slideLayout9.xml"/>
</Relationships>
</file>

<file path=ppt/slides/_rels/slide30.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50.png"/><Relationship Id="rId3" Type="http://schemas.openxmlformats.org/officeDocument/2006/relationships/slideLayout" Target="../slideLayouts/slideLayout9.xml"/>
</Relationships>
</file>

<file path=ppt/slides/_rels/slide31.xml.rels><?xml version="1.0" encoding="UTF-8"?>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9.xml"/>
</Relationships>
</file>

<file path=ppt/slides/_rels/slide32.xml.rels><?xml version="1.0" encoding="UTF-8"?>
<Relationships xmlns="http://schemas.openxmlformats.org/package/2006/relationships"><Relationship Id="rId1" Type="http://schemas.openxmlformats.org/officeDocument/2006/relationships/image" Target="../media/image53.png"/><Relationship Id="rId2" Type="http://schemas.openxmlformats.org/officeDocument/2006/relationships/image" Target="../media/image54.png"/><Relationship Id="rId3" Type="http://schemas.openxmlformats.org/officeDocument/2006/relationships/slideLayout" Target="../slideLayouts/slideLayout9.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4.xml.rels><?xml version="1.0" encoding="UTF-8"?>
<Relationships xmlns="http://schemas.openxmlformats.org/package/2006/relationships"><Relationship Id="rId1" Type="http://schemas.openxmlformats.org/officeDocument/2006/relationships/image" Target="../media/image55.png"/><Relationship Id="rId2" Type="http://schemas.openxmlformats.org/officeDocument/2006/relationships/slideLayout" Target="../slideLayouts/slideLayout9.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6.xml.rels><?xml version="1.0" encoding="UTF-8"?>
<Relationships xmlns="http://schemas.openxmlformats.org/package/2006/relationships"><Relationship Id="rId1" Type="http://schemas.openxmlformats.org/officeDocument/2006/relationships/image" Target="../media/image56.gif"/><Relationship Id="rId2" Type="http://schemas.openxmlformats.org/officeDocument/2006/relationships/slideLayout" Target="../slideLayouts/slideLayout9.xml"/>
</Relationships>
</file>

<file path=ppt/slides/_rels/slide37.xml.rels><?xml version="1.0" encoding="UTF-8"?>
<Relationships xmlns="http://schemas.openxmlformats.org/package/2006/relationships"><Relationship Id="rId1" Type="http://schemas.openxmlformats.org/officeDocument/2006/relationships/image" Target="../media/image57.png"/><Relationship Id="rId2" Type="http://schemas.openxmlformats.org/officeDocument/2006/relationships/image" Target="../media/image58.png"/><Relationship Id="rId3" Type="http://schemas.openxmlformats.org/officeDocument/2006/relationships/slideLayout" Target="../slideLayouts/slideLayout9.xml"/>
</Relationships>
</file>

<file path=ppt/slides/_rels/slide38.xml.rels><?xml version="1.0" encoding="UTF-8"?>
<Relationships xmlns="http://schemas.openxmlformats.org/package/2006/relationships"><Relationship Id="rId1" Type="http://schemas.openxmlformats.org/officeDocument/2006/relationships/image" Target="../media/image59.jpeg"/><Relationship Id="rId2" Type="http://schemas.openxmlformats.org/officeDocument/2006/relationships/slideLayout" Target="../slideLayouts/slideLayout9.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PlaceHolder 1"/>
          <p:cNvSpPr>
            <a:spLocks noGrp="1"/>
          </p:cNvSpPr>
          <p:nvPr>
            <p:ph type="title"/>
          </p:nvPr>
        </p:nvSpPr>
        <p:spPr>
          <a:xfrm>
            <a:off x="1506960" y="2203200"/>
            <a:ext cx="8384760" cy="1832760"/>
          </a:xfrm>
          <a:prstGeom prst="rect">
            <a:avLst/>
          </a:prstGeom>
          <a:noFill/>
          <a:ln w="0">
            <a:noFill/>
          </a:ln>
        </p:spPr>
        <p:txBody>
          <a:bodyPr lIns="91440" rIns="91440" tIns="45720" bIns="45720" anchor="b">
            <a:noAutofit/>
          </a:bodyPr>
          <a:p>
            <a:pPr indent="0" algn="r" defTabSz="457200">
              <a:lnSpc>
                <a:spcPct val="100000"/>
              </a:lnSpc>
              <a:buNone/>
            </a:pPr>
            <a:r>
              <a:rPr b="0" lang="en-US" sz="5400" spc="-1" strike="noStrike">
                <a:solidFill>
                  <a:srgbClr val="ff0000"/>
                </a:solidFill>
                <a:latin typeface="Trebuchet MS"/>
                <a:ea typeface="Trebuchet MS"/>
              </a:rPr>
              <a:t>Shining light on the Black Box Image classifier for MNIST dataset using Occlusion Sensitivity Maps</a:t>
            </a:r>
            <a:endParaRPr b="0" lang="en-US" sz="5400" spc="-1" strike="noStrike">
              <a:solidFill>
                <a:schemeClr val="dk1"/>
              </a:solidFill>
              <a:latin typeface="Trebuchet MS"/>
            </a:endParaRPr>
          </a:p>
        </p:txBody>
      </p:sp>
      <p:sp>
        <p:nvSpPr>
          <p:cNvPr id="286" name="PlaceHolder 2"/>
          <p:cNvSpPr>
            <a:spLocks noGrp="1"/>
          </p:cNvSpPr>
          <p:nvPr>
            <p:ph type="subTitle"/>
          </p:nvPr>
        </p:nvSpPr>
        <p:spPr>
          <a:xfrm>
            <a:off x="1506960" y="4036320"/>
            <a:ext cx="8226720" cy="2318760"/>
          </a:xfrm>
          <a:prstGeom prst="rect">
            <a:avLst/>
          </a:prstGeom>
          <a:noFill/>
          <a:ln w="0">
            <a:noFill/>
          </a:ln>
        </p:spPr>
        <p:txBody>
          <a:bodyPr lIns="91440" rIns="91440" tIns="45720" bIns="45720" anchor="t">
            <a:normAutofit/>
          </a:bodyPr>
          <a:p>
            <a:pPr indent="0" algn="r" defTabSz="457200">
              <a:lnSpc>
                <a:spcPct val="100000"/>
              </a:lnSpc>
              <a:spcBef>
                <a:spcPts val="1001"/>
              </a:spcBef>
              <a:buNone/>
              <a:tabLst>
                <a:tab algn="l" pos="0"/>
              </a:tabLst>
            </a:pPr>
            <a:r>
              <a:rPr b="1" lang="en-US" sz="1800" spc="-1" strike="noStrike">
                <a:solidFill>
                  <a:schemeClr val="dk1">
                    <a:lumMod val="50000"/>
                    <a:lumOff val="50000"/>
                  </a:schemeClr>
                </a:solidFill>
                <a:latin typeface="Trebuchet MS"/>
                <a:ea typeface="Trebuchet MS"/>
              </a:rPr>
              <a:t>Members</a:t>
            </a:r>
            <a:r>
              <a:rPr b="0" lang="en-US" sz="1800" spc="-1" strike="noStrike">
                <a:solidFill>
                  <a:schemeClr val="dk1">
                    <a:lumMod val="50000"/>
                    <a:lumOff val="50000"/>
                  </a:schemeClr>
                </a:solidFill>
                <a:latin typeface="Trebuchet MS"/>
                <a:ea typeface="Trebuchet MS"/>
              </a:rPr>
              <a:t>'</a:t>
            </a:r>
            <a:endParaRPr b="0" lang="en-IN" sz="1800" spc="-1" strike="noStrike">
              <a:solidFill>
                <a:srgbClr val="000000"/>
              </a:solidFill>
              <a:latin typeface="Arial"/>
            </a:endParaRPr>
          </a:p>
          <a:p>
            <a:pPr indent="0" algn="r" defTabSz="457200">
              <a:lnSpc>
                <a:spcPct val="100000"/>
              </a:lnSpc>
              <a:spcBef>
                <a:spcPts val="1001"/>
              </a:spcBef>
              <a:buNone/>
              <a:tabLst>
                <a:tab algn="l" pos="0"/>
              </a:tabLst>
            </a:pPr>
            <a:r>
              <a:rPr b="0" lang="en-US" sz="1800" spc="-1" strike="noStrike">
                <a:solidFill>
                  <a:schemeClr val="dk1">
                    <a:lumMod val="50000"/>
                    <a:lumOff val="50000"/>
                  </a:schemeClr>
                </a:solidFill>
                <a:latin typeface="Trebuchet MS"/>
                <a:ea typeface="Trebuchet MS"/>
              </a:rPr>
              <a:t>25-27-05 Saurabh Kumar Singh</a:t>
            </a:r>
            <a:endParaRPr b="0" lang="en-IN" sz="1800" spc="-1" strike="noStrike">
              <a:solidFill>
                <a:srgbClr val="000000"/>
              </a:solidFill>
              <a:latin typeface="Arial"/>
            </a:endParaRPr>
          </a:p>
          <a:p>
            <a:pPr indent="0" algn="r" defTabSz="457200">
              <a:lnSpc>
                <a:spcPct val="100000"/>
              </a:lnSpc>
              <a:spcBef>
                <a:spcPts val="1001"/>
              </a:spcBef>
              <a:buNone/>
              <a:tabLst>
                <a:tab algn="l" pos="0"/>
              </a:tabLst>
            </a:pPr>
            <a:r>
              <a:rPr b="0" lang="en-US" sz="1800" spc="-1" strike="noStrike">
                <a:solidFill>
                  <a:schemeClr val="dk1">
                    <a:lumMod val="50000"/>
                    <a:lumOff val="50000"/>
                  </a:schemeClr>
                </a:solidFill>
                <a:latin typeface="Trebuchet MS"/>
                <a:ea typeface="Trebuchet MS"/>
              </a:rPr>
              <a:t>25-27-14  Yash Mane</a:t>
            </a:r>
            <a:endParaRPr b="0" lang="en-IN" sz="1800" spc="-1" strike="noStrike">
              <a:solidFill>
                <a:srgbClr val="000000"/>
              </a:solidFill>
              <a:latin typeface="Arial"/>
            </a:endParaRPr>
          </a:p>
          <a:p>
            <a:pPr indent="0" algn="r" defTabSz="457200">
              <a:lnSpc>
                <a:spcPct val="100000"/>
              </a:lnSpc>
              <a:spcBef>
                <a:spcPts val="1001"/>
              </a:spcBef>
              <a:buNone/>
              <a:tabLst>
                <a:tab algn="l" pos="0"/>
              </a:tabLst>
            </a:pPr>
            <a:r>
              <a:rPr b="0" lang="en-US" sz="1800" spc="-1" strike="noStrike">
                <a:solidFill>
                  <a:schemeClr val="dk1">
                    <a:lumMod val="50000"/>
                    <a:lumOff val="50000"/>
                  </a:schemeClr>
                </a:solidFill>
                <a:latin typeface="Trebuchet MS"/>
                <a:ea typeface="Trebuchet MS"/>
              </a:rPr>
              <a:t>25-14-10 Aditya Manish Shrikhande</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grpSp>
        <p:nvGrpSpPr>
          <p:cNvPr id="287" name="Group 37">
            <a:extLst>
              <a:ext uri="{C183D7F6-B498-43B3-948B-1728B52AA6E4}">
                <adec:decorative xmlns:adec="http://schemas.microsoft.com/office/drawing/2017/decorative" val="1"/>
              </a:ext>
            </a:extLst>
          </p:cNvPr>
          <p:cNvGrpSpPr/>
          <p:nvPr/>
        </p:nvGrpSpPr>
        <p:grpSpPr>
          <a:xfrm>
            <a:off x="0" y="-8640"/>
            <a:ext cx="12191760" cy="6866640"/>
            <a:chOff x="0" y="-8640"/>
            <a:chExt cx="12191760" cy="6866640"/>
          </a:xfrm>
        </p:grpSpPr>
        <p:sp>
          <p:nvSpPr>
            <p:cNvPr id="288" name="Freeform 14">
              <a:extLst>
                <a:ext uri="{C183D7F6-B498-43B3-948B-1728B52AA6E4}">
                  <adec:decorative xmlns:adec="http://schemas.microsoft.com/office/drawing/2017/decorative" val="1"/>
                </a:ext>
              </a:extLst>
            </p:cNvPr>
            <p:cNvSpPr/>
            <p:nvPr/>
          </p:nvSpPr>
          <p:spPr>
            <a:xfrm>
              <a:off x="0" y="-7920"/>
              <a:ext cx="863280" cy="5697720"/>
            </a:xfrm>
            <a:custGeom>
              <a:avLst/>
              <a:gdLst>
                <a:gd name="textAreaLeft" fmla="*/ 0 w 863280"/>
                <a:gd name="textAreaRight" fmla="*/ 863640 w 863280"/>
                <a:gd name="textAreaTop" fmla="*/ 0 h 5697720"/>
                <a:gd name="textAreaBottom" fmla="*/ 5698080 h 5697720"/>
              </a:gdLst>
              <a:ahLst/>
              <a:rect l="textAreaLeft" t="textAreaTop" r="textAreaRight" b="textAreaBottom"/>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cxnSp>
          <p:nvCxnSpPr>
            <p:cNvPr id="289" name="Straight Connector 39">
              <a:extLst>
                <a:ext uri="{C183D7F6-B498-43B3-948B-1728B52AA6E4}">
                  <adec:decorative xmlns:adec="http://schemas.microsoft.com/office/drawing/2017/decorative" val="1"/>
                </a:ext>
              </a:extLst>
            </p:cNvPr>
            <p:cNvCxnSpPr/>
            <p:nvPr/>
          </p:nvCxnSpPr>
          <p:spPr>
            <a:xfrm>
              <a:off x="9370800" y="0"/>
              <a:ext cx="1219680" cy="6858360"/>
            </a:xfrm>
            <a:prstGeom prst="straightConnector1">
              <a:avLst/>
            </a:prstGeom>
            <a:ln cap="rnd" w="9525">
              <a:solidFill>
                <a:srgbClr val="5fcbef">
                  <a:alpha val="70000"/>
                </a:srgbClr>
              </a:solidFill>
              <a:round/>
            </a:ln>
          </p:spPr>
        </p:cxnSp>
        <p:cxnSp>
          <p:nvCxnSpPr>
            <p:cNvPr id="290" name="Straight Connector 40">
              <a:extLst>
                <a:ext uri="{C183D7F6-B498-43B3-948B-1728B52AA6E4}">
                  <adec:decorative xmlns:adec="http://schemas.microsoft.com/office/drawing/2017/decorative" val="1"/>
                </a:ext>
              </a:extLst>
            </p:cNvPr>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291" name="Rectangle 23">
              <a:extLst>
                <a:ext uri="{C183D7F6-B498-43B3-948B-1728B52AA6E4}">
                  <adec:decorative xmlns:adec="http://schemas.microsoft.com/office/drawing/2017/decorative" val="1"/>
                </a:ext>
              </a:extLst>
            </p:cNvPr>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92" name="Rectangle 25">
              <a:extLst>
                <a:ext uri="{C183D7F6-B498-43B3-948B-1728B52AA6E4}">
                  <adec:decorative xmlns:adec="http://schemas.microsoft.com/office/drawing/2017/decorative" val="1"/>
                </a:ext>
              </a:extLst>
            </p:cNvPr>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93" name="Isosceles Triangle 43">
              <a:extLst>
                <a:ext uri="{C183D7F6-B498-43B3-948B-1728B52AA6E4}">
                  <adec:decorative xmlns:adec="http://schemas.microsoft.com/office/drawing/2017/decorative" val="1"/>
                </a:ext>
              </a:extLst>
            </p:cNvPr>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94" name="Rectangle 27">
              <a:extLst>
                <a:ext uri="{C183D7F6-B498-43B3-948B-1728B52AA6E4}">
                  <adec:decorative xmlns:adec="http://schemas.microsoft.com/office/drawing/2017/decorative" val="1"/>
                </a:ext>
              </a:extLst>
            </p:cNvPr>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95" name="Rectangle 28">
              <a:extLst>
                <a:ext uri="{C183D7F6-B498-43B3-948B-1728B52AA6E4}">
                  <adec:decorative xmlns:adec="http://schemas.microsoft.com/office/drawing/2017/decorative" val="1"/>
                </a:ext>
              </a:extLst>
            </p:cNvPr>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96" name="Rectangle 29">
              <a:extLst>
                <a:ext uri="{C183D7F6-B498-43B3-948B-1728B52AA6E4}">
                  <adec:decorative xmlns:adec="http://schemas.microsoft.com/office/drawing/2017/decorative" val="1"/>
                </a:ext>
              </a:extLst>
            </p:cNvPr>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97" name="Isosceles Triangle 47">
              <a:extLst>
                <a:ext uri="{C183D7F6-B498-43B3-948B-1728B52AA6E4}">
                  <adec:decorative xmlns:adec="http://schemas.microsoft.com/office/drawing/2017/decorative" val="1"/>
                </a:ext>
              </a:extLst>
            </p:cNvPr>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grpSp>
      <p:sp useBgFill="1">
        <p:nvSpPr>
          <p:cNvPr id="298" name="Rectangle 49">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Trebuchet MS"/>
            </a:endParaRPr>
          </a:p>
        </p:txBody>
      </p:sp>
      <p:grpSp>
        <p:nvGrpSpPr>
          <p:cNvPr id="299" name="Group 51">
            <a:extLst>
              <a:ext uri="{C183D7F6-B498-43B3-948B-1728B52AA6E4}">
                <adec:decorative xmlns:adec="http://schemas.microsoft.com/office/drawing/2017/decorative" val="1"/>
              </a:ext>
            </a:extLst>
          </p:cNvPr>
          <p:cNvGrpSpPr/>
          <p:nvPr/>
        </p:nvGrpSpPr>
        <p:grpSpPr>
          <a:xfrm>
            <a:off x="360" y="-8640"/>
            <a:ext cx="12191400" cy="6866640"/>
            <a:chOff x="360" y="-8640"/>
            <a:chExt cx="12191400" cy="6866640"/>
          </a:xfrm>
        </p:grpSpPr>
        <p:cxnSp>
          <p:nvCxnSpPr>
            <p:cNvPr id="300" name="Straight Connector 52">
              <a:extLst>
                <a:ext uri="{C183D7F6-B498-43B3-948B-1728B52AA6E4}">
                  <adec:decorative xmlns:adec="http://schemas.microsoft.com/office/drawing/2017/decorative" val="1"/>
                </a:ext>
              </a:extLst>
            </p:cNvPr>
            <p:cNvCxnSpPr/>
            <p:nvPr/>
          </p:nvCxnSpPr>
          <p:spPr>
            <a:xfrm>
              <a:off x="9370800" y="0"/>
              <a:ext cx="1219680" cy="6858360"/>
            </a:xfrm>
            <a:prstGeom prst="straightConnector1">
              <a:avLst/>
            </a:prstGeom>
            <a:ln cap="rnd" w="9525">
              <a:solidFill>
                <a:srgbClr val="ffffff"/>
              </a:solidFill>
              <a:round/>
            </a:ln>
          </p:spPr>
        </p:cxnSp>
        <p:cxnSp>
          <p:nvCxnSpPr>
            <p:cNvPr id="301" name="Straight Connector 53">
              <a:extLst>
                <a:ext uri="{C183D7F6-B498-43B3-948B-1728B52AA6E4}">
                  <adec:decorative xmlns:adec="http://schemas.microsoft.com/office/drawing/2017/decorative" val="1"/>
                </a:ext>
              </a:extLst>
            </p:cNvPr>
            <p:cNvCxnSpPr/>
            <p:nvPr/>
          </p:nvCxnSpPr>
          <p:spPr>
            <a:xfrm flipH="1">
              <a:off x="7425000" y="3681360"/>
              <a:ext cx="4763880" cy="3177000"/>
            </a:xfrm>
            <a:prstGeom prst="straightConnector1">
              <a:avLst/>
            </a:prstGeom>
            <a:ln cap="rnd" w="9525">
              <a:solidFill>
                <a:srgbClr val="000000">
                  <a:alpha val="80000"/>
                </a:srgbClr>
              </a:solidFill>
              <a:round/>
            </a:ln>
          </p:spPr>
        </p:cxnSp>
        <p:sp>
          <p:nvSpPr>
            <p:cNvPr id="302" name="Rectangle 23">
              <a:extLst>
                <a:ext uri="{C183D7F6-B498-43B3-948B-1728B52AA6E4}">
                  <adec:decorative xmlns:adec="http://schemas.microsoft.com/office/drawing/2017/decorative" val="1"/>
                </a:ext>
              </a:extLst>
            </p:cNvPr>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03" name="Rectangle 25">
              <a:extLst>
                <a:ext uri="{C183D7F6-B498-43B3-948B-1728B52AA6E4}">
                  <adec:decorative xmlns:adec="http://schemas.microsoft.com/office/drawing/2017/decorative" val="1"/>
                </a:ext>
              </a:extLst>
            </p:cNvPr>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04" name="Isosceles Triangle 56">
              <a:extLst>
                <a:ext uri="{C183D7F6-B498-43B3-948B-1728B52AA6E4}">
                  <adec:decorative xmlns:adec="http://schemas.microsoft.com/office/drawing/2017/decorative" val="1"/>
                </a:ext>
              </a:extLst>
            </p:cNvPr>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305" name="Rectangle 27">
              <a:extLst>
                <a:ext uri="{C183D7F6-B498-43B3-948B-1728B52AA6E4}">
                  <adec:decorative xmlns:adec="http://schemas.microsoft.com/office/drawing/2017/decorative" val="1"/>
                </a:ext>
              </a:extLst>
            </p:cNvPr>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306" name="Rectangle 29">
              <a:extLst>
                <a:ext uri="{C183D7F6-B498-43B3-948B-1728B52AA6E4}">
                  <adec:decorative xmlns:adec="http://schemas.microsoft.com/office/drawing/2017/decorative" val="1"/>
                </a:ext>
              </a:extLst>
            </p:cNvPr>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07" name="Isosceles Triangle 59">
              <a:extLst>
                <a:ext uri="{C183D7F6-B498-43B3-948B-1728B52AA6E4}">
                  <adec:decorative xmlns:adec="http://schemas.microsoft.com/office/drawing/2017/decorative" val="1"/>
                </a:ext>
              </a:extLst>
            </p:cNvPr>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08" name="Isosceles Triangle 60">
              <a:extLst>
                <a:ext uri="{C183D7F6-B498-43B3-948B-1728B52AA6E4}">
                  <adec:decorative xmlns:adec="http://schemas.microsoft.com/office/drawing/2017/decorative" val="1"/>
                </a:ext>
              </a:extLst>
            </p:cNvPr>
            <p:cNvSpPr/>
            <p:nvPr/>
          </p:nvSpPr>
          <p:spPr>
            <a:xfrm rot="10800000">
              <a:off x="360" y="360"/>
              <a:ext cx="842400" cy="5665680"/>
            </a:xfrm>
            <a:prstGeom prst="triangle">
              <a:avLst>
                <a:gd name="adj" fmla="val 10000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309" name="PlaceHolder 1"/>
          <p:cNvSpPr>
            <a:spLocks noGrp="1"/>
          </p:cNvSpPr>
          <p:nvPr>
            <p:ph type="title"/>
          </p:nvPr>
        </p:nvSpPr>
        <p:spPr>
          <a:xfrm>
            <a:off x="1506960" y="2404440"/>
            <a:ext cx="7766640" cy="1645920"/>
          </a:xfrm>
          <a:prstGeom prst="rect">
            <a:avLst/>
          </a:prstGeom>
          <a:noFill/>
          <a:ln w="0">
            <a:noFill/>
          </a:ln>
        </p:spPr>
        <p:txBody>
          <a:bodyPr lIns="91440" rIns="91440" tIns="45720" bIns="45720" anchor="b">
            <a:normAutofit/>
          </a:bodyPr>
          <a:p>
            <a:pPr indent="0" algn="r" defTabSz="457200">
              <a:lnSpc>
                <a:spcPct val="100000"/>
              </a:lnSpc>
              <a:buNone/>
            </a:pPr>
            <a:r>
              <a:rPr b="0" lang="en-US" sz="6000" spc="-1" strike="noStrike">
                <a:solidFill>
                  <a:schemeClr val="accent2"/>
                </a:solidFill>
                <a:latin typeface="Trebuchet MS"/>
              </a:rPr>
              <a:t>Project Proposal</a:t>
            </a:r>
            <a:endParaRPr b="0" lang="en-US" sz="6000" spc="-1" strike="noStrike">
              <a:solidFill>
                <a:schemeClr val="dk1"/>
              </a:solidFill>
              <a:latin typeface="Trebuchet MS"/>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Introduction </a:t>
            </a:r>
            <a:endParaRPr b="0" lang="en-US" sz="3600" spc="-1" strike="noStrike">
              <a:solidFill>
                <a:schemeClr val="dk1"/>
              </a:solidFill>
              <a:latin typeface="Trebuchet MS"/>
            </a:endParaRPr>
          </a:p>
        </p:txBody>
      </p:sp>
      <p:pic>
        <p:nvPicPr>
          <p:cNvPr id="311" name="Content Placeholder 3" descr="A diagram of a machine learning process&#10;&#10;AI-generated content may be incorrect."/>
          <p:cNvPicPr/>
          <p:nvPr/>
        </p:nvPicPr>
        <p:blipFill>
          <a:blip r:embed="rId1"/>
          <a:stretch/>
        </p:blipFill>
        <p:spPr>
          <a:xfrm>
            <a:off x="675000" y="1931400"/>
            <a:ext cx="9757800" cy="492624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Why xAI ? </a:t>
            </a:r>
            <a:endParaRPr b="0" lang="en-US" sz="3600" spc="-1" strike="noStrike">
              <a:solidFill>
                <a:schemeClr val="dk1"/>
              </a:solidFill>
              <a:latin typeface="Trebuchet MS"/>
            </a:endParaRPr>
          </a:p>
        </p:txBody>
      </p:sp>
      <p:pic>
        <p:nvPicPr>
          <p:cNvPr id="313" name="Content Placeholder 3" descr="A diagram of a diagram&#10;&#10;AI-generated content may be incorrect."/>
          <p:cNvPicPr/>
          <p:nvPr/>
        </p:nvPicPr>
        <p:blipFill>
          <a:blip r:embed="rId1"/>
          <a:stretch/>
        </p:blipFill>
        <p:spPr>
          <a:xfrm>
            <a:off x="3737160" y="3960"/>
            <a:ext cx="6860520" cy="3800160"/>
          </a:xfrm>
          <a:prstGeom prst="rect">
            <a:avLst/>
          </a:prstGeom>
          <a:ln w="0">
            <a:noFill/>
          </a:ln>
        </p:spPr>
      </p:pic>
      <p:pic>
        <p:nvPicPr>
          <p:cNvPr id="314" name="Picture 2" descr="Use Scam Detection - Phone app Help"/>
          <p:cNvPicPr/>
          <p:nvPr/>
        </p:nvPicPr>
        <p:blipFill>
          <a:blip r:embed="rId2"/>
          <a:stretch/>
        </p:blipFill>
        <p:spPr>
          <a:xfrm>
            <a:off x="904680" y="1482840"/>
            <a:ext cx="2742840" cy="1437840"/>
          </a:xfrm>
          <a:prstGeom prst="rect">
            <a:avLst/>
          </a:prstGeom>
          <a:ln w="0">
            <a:noFill/>
          </a:ln>
        </p:spPr>
      </p:pic>
      <p:pic>
        <p:nvPicPr>
          <p:cNvPr id="315" name="Picture 4" descr="A screenshot of a video game&#10;&#10;AI-generated content may be incorrect."/>
          <p:cNvPicPr/>
          <p:nvPr/>
        </p:nvPicPr>
        <p:blipFill>
          <a:blip r:embed="rId3"/>
          <a:stretch/>
        </p:blipFill>
        <p:spPr>
          <a:xfrm>
            <a:off x="1021680" y="3684960"/>
            <a:ext cx="4487400" cy="2694240"/>
          </a:xfrm>
          <a:prstGeom prst="rect">
            <a:avLst/>
          </a:prstGeom>
          <a:ln w="0">
            <a:noFill/>
          </a:ln>
        </p:spPr>
      </p:pic>
      <p:pic>
        <p:nvPicPr>
          <p:cNvPr id="316" name="Picture 6" descr="ADAS sensors - RGB Cameras for Autonomous Vehicles"/>
          <p:cNvPicPr/>
          <p:nvPr/>
        </p:nvPicPr>
        <p:blipFill>
          <a:blip r:embed="rId4"/>
          <a:stretch/>
        </p:blipFill>
        <p:spPr>
          <a:xfrm>
            <a:off x="7624080" y="3802320"/>
            <a:ext cx="4563720" cy="269640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xAI In Medicine</a:t>
            </a:r>
            <a:endParaRPr b="0" lang="en-US" sz="3600" spc="-1" strike="noStrike">
              <a:solidFill>
                <a:schemeClr val="dk1"/>
              </a:solidFill>
              <a:latin typeface="Trebuchet MS"/>
            </a:endParaRPr>
          </a:p>
        </p:txBody>
      </p:sp>
      <p:pic>
        <p:nvPicPr>
          <p:cNvPr id="318" name="Content Placeholder 3" descr="A collage of x-ray images&#10;&#10;AI-generated content may be incorrect."/>
          <p:cNvPicPr/>
          <p:nvPr/>
        </p:nvPicPr>
        <p:blipFill>
          <a:blip r:embed="rId1"/>
          <a:stretch/>
        </p:blipFill>
        <p:spPr>
          <a:xfrm>
            <a:off x="681120" y="1270080"/>
            <a:ext cx="6411600" cy="3880440"/>
          </a:xfrm>
          <a:prstGeom prst="rect">
            <a:avLst/>
          </a:prstGeom>
          <a:ln cap="sq" w="38100">
            <a:solidFill>
              <a:srgbClr val="000000"/>
            </a:solidFill>
            <a:miter/>
          </a:ln>
          <a:effectLst>
            <a:outerShdw algn="tl" blurRad="50760" dir="2700000" dist="37674" rotWithShape="0">
              <a:srgbClr val="000000">
                <a:alpha val="43000"/>
              </a:srgbClr>
            </a:outerShdw>
          </a:effectLst>
        </p:spPr>
      </p:pic>
      <p:sp>
        <p:nvSpPr>
          <p:cNvPr id="319" name="TextBox 4"/>
          <p:cNvSpPr/>
          <p:nvPr/>
        </p:nvSpPr>
        <p:spPr>
          <a:xfrm>
            <a:off x="679680" y="5542200"/>
            <a:ext cx="6095520" cy="91404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b="0" lang="en-US" sz="1800" spc="-1" strike="noStrike">
                <a:solidFill>
                  <a:schemeClr val="dk1"/>
                </a:solidFill>
                <a:latin typeface="g_d0_f7"/>
                <a:ea typeface="g_d0_f7"/>
              </a:rPr>
              <a:t>AI for radiographic COVID-19 detection </a:t>
            </a:r>
            <a:endParaRPr b="0" lang="en-IN" sz="1800" spc="-1" strike="noStrike">
              <a:solidFill>
                <a:srgbClr val="000000"/>
              </a:solidFill>
              <a:latin typeface="Arial"/>
            </a:endParaRPr>
          </a:p>
          <a:p>
            <a:pPr defTabSz="914400">
              <a:lnSpc>
                <a:spcPct val="100000"/>
              </a:lnSpc>
            </a:pPr>
            <a:r>
              <a:rPr b="0" lang="en-US" sz="1800" spc="-1" strike="noStrike">
                <a:solidFill>
                  <a:schemeClr val="dk1"/>
                </a:solidFill>
                <a:latin typeface="g_d0_f7"/>
                <a:ea typeface="g_d0_f7"/>
              </a:rPr>
              <a:t> </a:t>
            </a:r>
            <a:r>
              <a:rPr b="0" lang="en-US" sz="1800" spc="-1" strike="noStrike">
                <a:solidFill>
                  <a:schemeClr val="dk1"/>
                </a:solidFill>
                <a:latin typeface="g_d0_f7"/>
                <a:ea typeface="g_d0_f7"/>
              </a:rPr>
              <a:t>J. DeGrave , Joseph D. Janizek  and Su-In Lee </a:t>
            </a:r>
            <a:endParaRPr b="0" lang="en-IN" sz="1800" spc="-1" strike="noStrike">
              <a:solidFill>
                <a:srgbClr val="000000"/>
              </a:solidFill>
              <a:latin typeface="Arial"/>
            </a:endParaRPr>
          </a:p>
          <a:p>
            <a:pPr algn="ctr" defTabSz="914400">
              <a:lnSpc>
                <a:spcPct val="100000"/>
              </a:lnSpc>
            </a:pP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xAI in Finance</a:t>
            </a:r>
            <a:endParaRPr b="0" lang="en-US" sz="3600" spc="-1" strike="noStrike">
              <a:solidFill>
                <a:schemeClr val="dk1"/>
              </a:solidFill>
              <a:latin typeface="Trebuchet MS"/>
            </a:endParaRPr>
          </a:p>
        </p:txBody>
      </p:sp>
      <p:pic>
        <p:nvPicPr>
          <p:cNvPr id="321" name="Content Placeholder 3" descr="A diagram of a bank&#10;&#10;AI-generated content may be incorrect."/>
          <p:cNvPicPr/>
          <p:nvPr/>
        </p:nvPicPr>
        <p:blipFill>
          <a:blip r:embed="rId1"/>
          <a:stretch/>
        </p:blipFill>
        <p:spPr>
          <a:xfrm>
            <a:off x="314280" y="1267560"/>
            <a:ext cx="8249400" cy="3880440"/>
          </a:xfrm>
          <a:prstGeom prst="rect">
            <a:avLst/>
          </a:prstGeom>
          <a:ln w="0">
            <a:noFill/>
          </a:ln>
        </p:spPr>
      </p:pic>
      <p:sp>
        <p:nvSpPr>
          <p:cNvPr id="322" name="TextBox 4"/>
          <p:cNvSpPr/>
          <p:nvPr/>
        </p:nvSpPr>
        <p:spPr>
          <a:xfrm>
            <a:off x="934560" y="5150160"/>
            <a:ext cx="7619760" cy="118836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b="0" lang="en-US" sz="1800" spc="-1" strike="noStrike">
                <a:solidFill>
                  <a:schemeClr val="dk1"/>
                </a:solidFill>
                <a:latin typeface="Trebuchet MS"/>
              </a:rPr>
              <a:t>An Explainable AI framework for credit evaluation and analysis </a:t>
            </a:r>
            <a:endParaRPr b="0" lang="en-IN" sz="1800" spc="-1" strike="noStrike">
              <a:solidFill>
                <a:srgbClr val="000000"/>
              </a:solidFill>
              <a:latin typeface="Arial"/>
            </a:endParaRPr>
          </a:p>
          <a:p>
            <a:pPr defTabSz="914400">
              <a:lnSpc>
                <a:spcPct val="100000"/>
              </a:lnSpc>
            </a:pPr>
            <a:r>
              <a:rPr b="0" lang="en-US" sz="1800" spc="-1" strike="noStrike">
                <a:solidFill>
                  <a:schemeClr val="dk1"/>
                </a:solidFill>
                <a:latin typeface="Trebuchet MS"/>
              </a:rPr>
              <a:t>M.K. Nallakaruppan , Balamurugan Balusamy , M. Lawanya Shri , V. Malathi c, Siddhartha Bhattacharyya d,e,∗</a:t>
            </a:r>
            <a:endParaRPr b="0" lang="en-IN" sz="1800" spc="-1" strike="noStrike">
              <a:solidFill>
                <a:srgbClr val="000000"/>
              </a:solidFill>
              <a:latin typeface="Arial"/>
            </a:endParaRPr>
          </a:p>
          <a:p>
            <a:pPr algn="ctr" defTabSz="914400">
              <a:lnSpc>
                <a:spcPct val="100000"/>
              </a:lnSpc>
            </a:pPr>
            <a:endParaRPr b="0" lang="en-IN" sz="1800" spc="-1" strike="noStrike">
              <a:solidFill>
                <a:srgbClr val="000000"/>
              </a:solidFill>
              <a:latin typeface="Arial"/>
            </a:endParaRPr>
          </a:p>
        </p:txBody>
      </p:sp>
      <p:sp>
        <p:nvSpPr>
          <p:cNvPr id="323" name="TextBox 2"/>
          <p:cNvSpPr/>
          <p:nvPr/>
        </p:nvSpPr>
        <p:spPr>
          <a:xfrm>
            <a:off x="9292320" y="1939680"/>
            <a:ext cx="2742840" cy="36900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endParaRPr b="0" lang="en-US" sz="1800" spc="-1" strike="noStrike">
              <a:solidFill>
                <a:schemeClr val="dk1"/>
              </a:solidFill>
              <a:latin typeface="Trebuchet MS"/>
            </a:endParaRPr>
          </a:p>
        </p:txBody>
      </p:sp>
      <p:pic>
        <p:nvPicPr>
          <p:cNvPr id="324" name="Picture 6" descr="Common Reasons for Home Loan Application Rejection | SBI Realty"/>
          <p:cNvPicPr/>
          <p:nvPr/>
        </p:nvPicPr>
        <p:blipFill>
          <a:blip r:embed="rId2"/>
          <a:stretch/>
        </p:blipFill>
        <p:spPr>
          <a:xfrm>
            <a:off x="8960040" y="1687320"/>
            <a:ext cx="2742840" cy="1523520"/>
          </a:xfrm>
          <a:prstGeom prst="rect">
            <a:avLst/>
          </a:prstGeom>
          <a:ln w="0">
            <a:noFill/>
          </a:ln>
        </p:spPr>
      </p:pic>
      <p:pic>
        <p:nvPicPr>
          <p:cNvPr id="325" name="Picture 8" descr="Reducing false positives in credit card fraud detection - TyN Magazine"/>
          <p:cNvPicPr/>
          <p:nvPr/>
        </p:nvPicPr>
        <p:blipFill>
          <a:blip r:embed="rId3"/>
          <a:stretch/>
        </p:blipFill>
        <p:spPr>
          <a:xfrm>
            <a:off x="8960040" y="4072680"/>
            <a:ext cx="2742840" cy="154260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MNIST – Handwritten Digits </a:t>
            </a:r>
            <a:endParaRPr b="0" lang="en-US" sz="3600" spc="-1" strike="noStrike">
              <a:solidFill>
                <a:schemeClr val="dk1"/>
              </a:solidFill>
              <a:latin typeface="Trebuchet MS"/>
            </a:endParaRPr>
          </a:p>
        </p:txBody>
      </p:sp>
      <p:pic>
        <p:nvPicPr>
          <p:cNvPr id="327" name="Content Placeholder 3" descr="A number on a black background&#10;&#10;AI-generated content may be incorrect."/>
          <p:cNvPicPr/>
          <p:nvPr/>
        </p:nvPicPr>
        <p:blipFill>
          <a:blip r:embed="rId1"/>
          <a:stretch/>
        </p:blipFill>
        <p:spPr>
          <a:xfrm>
            <a:off x="317520" y="1266840"/>
            <a:ext cx="6248160" cy="3095280"/>
          </a:xfrm>
          <a:prstGeom prst="rect">
            <a:avLst/>
          </a:prstGeom>
          <a:ln w="0">
            <a:noFill/>
          </a:ln>
        </p:spPr>
      </p:pic>
      <p:pic>
        <p:nvPicPr>
          <p:cNvPr id="328" name="Picture 4" descr="A diagram of a person&amp;#39;s face&#10;&#10;AI-generated content may be incorrect."/>
          <p:cNvPicPr/>
          <p:nvPr/>
        </p:nvPicPr>
        <p:blipFill>
          <a:blip r:embed="rId2"/>
          <a:stretch/>
        </p:blipFill>
        <p:spPr>
          <a:xfrm>
            <a:off x="6561000" y="1477800"/>
            <a:ext cx="5531400" cy="2566080"/>
          </a:xfrm>
          <a:prstGeom prst="rect">
            <a:avLst/>
          </a:prstGeom>
          <a:ln w="0">
            <a:noFill/>
          </a:ln>
        </p:spPr>
      </p:pic>
      <p:pic>
        <p:nvPicPr>
          <p:cNvPr id="329" name="Picture 2" descr="A screen shot of a graph&#10;&#10;AI-generated content may be incorrect."/>
          <p:cNvPicPr/>
          <p:nvPr/>
        </p:nvPicPr>
        <p:blipFill>
          <a:blip r:embed="rId3"/>
          <a:stretch/>
        </p:blipFill>
        <p:spPr>
          <a:xfrm>
            <a:off x="313560" y="4695120"/>
            <a:ext cx="6794640" cy="1841760"/>
          </a:xfrm>
          <a:prstGeom prst="rect">
            <a:avLst/>
          </a:prstGeom>
          <a:ln w="0">
            <a:noFill/>
          </a:ln>
        </p:spPr>
      </p:pic>
      <p:sp>
        <p:nvSpPr>
          <p:cNvPr id="330" name="TextBox 6"/>
          <p:cNvSpPr/>
          <p:nvPr/>
        </p:nvSpPr>
        <p:spPr>
          <a:xfrm>
            <a:off x="7768440" y="4839120"/>
            <a:ext cx="3940200" cy="63972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b="0" lang="en-US" sz="1800" spc="-1" strike="noStrike">
                <a:solidFill>
                  <a:schemeClr val="dk1"/>
                </a:solidFill>
                <a:latin typeface="Trebuchet MS"/>
              </a:rPr>
              <a:t>70K images, 60k+10k split</a:t>
            </a:r>
            <a:endParaRPr b="0" lang="en-IN" sz="1800" spc="-1" strike="noStrike">
              <a:solidFill>
                <a:srgbClr val="000000"/>
              </a:solidFill>
              <a:latin typeface="Arial"/>
            </a:endParaRPr>
          </a:p>
          <a:p>
            <a:pPr defTabSz="914400">
              <a:lnSpc>
                <a:spcPct val="100000"/>
              </a:lnSpc>
            </a:pPr>
            <a:r>
              <a:rPr b="0" lang="en-US" sz="1800" spc="-1" strike="noStrike">
                <a:solidFill>
                  <a:schemeClr val="dk1"/>
                </a:solidFill>
                <a:latin typeface="Trebuchet MS"/>
              </a:rPr>
              <a:t>28x28, single channel, grey scale</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Occlusion Sensitivity</a:t>
            </a:r>
            <a:endParaRPr b="0" lang="en-US" sz="3600" spc="-1" strike="noStrike">
              <a:solidFill>
                <a:schemeClr val="dk1"/>
              </a:solidFill>
              <a:latin typeface="Trebuchet MS"/>
            </a:endParaRPr>
          </a:p>
        </p:txBody>
      </p:sp>
      <p:pic>
        <p:nvPicPr>
          <p:cNvPr id="332" name="Content Placeholder 3" descr="A collage of images of a dog&#10;&#10;AI-generated content may be incorrect."/>
          <p:cNvPicPr/>
          <p:nvPr/>
        </p:nvPicPr>
        <p:blipFill>
          <a:blip r:embed="rId1"/>
          <a:stretch/>
        </p:blipFill>
        <p:spPr>
          <a:xfrm>
            <a:off x="446760" y="1843920"/>
            <a:ext cx="8234640" cy="4632480"/>
          </a:xfrm>
          <a:prstGeom prst="rect">
            <a:avLst/>
          </a:prstGeom>
          <a:ln w="0">
            <a:noFill/>
          </a:ln>
        </p:spPr>
      </p:pic>
      <p:sp>
        <p:nvSpPr>
          <p:cNvPr id="333" name="TextBox 4"/>
          <p:cNvSpPr/>
          <p:nvPr/>
        </p:nvSpPr>
        <p:spPr>
          <a:xfrm>
            <a:off x="9170280" y="2420280"/>
            <a:ext cx="2394360" cy="365724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b="0" lang="en-US" sz="1800" spc="-1" strike="noStrike">
                <a:solidFill>
                  <a:schemeClr val="dk1"/>
                </a:solidFill>
                <a:latin typeface="Trebuchet MS"/>
              </a:rPr>
              <a:t>SOTA : </a:t>
            </a:r>
            <a:br>
              <a:rPr sz="1800"/>
            </a:br>
            <a:br>
              <a:rPr sz="1800"/>
            </a:br>
            <a:r>
              <a:rPr b="0" lang="en-US" sz="1800" spc="-1" strike="noStrike">
                <a:solidFill>
                  <a:schemeClr val="dk1"/>
                </a:solidFill>
                <a:latin typeface="Trebuchet MS"/>
              </a:rPr>
              <a:t>SHAP – Shapley Additive Explanations</a:t>
            </a:r>
            <a:endParaRPr b="0" lang="en-IN" sz="1800" spc="-1" strike="noStrike">
              <a:solidFill>
                <a:srgbClr val="000000"/>
              </a:solidFill>
              <a:latin typeface="Arial"/>
            </a:endParaRPr>
          </a:p>
          <a:p>
            <a:pPr defTabSz="914400">
              <a:lnSpc>
                <a:spcPct val="100000"/>
              </a:lnSpc>
            </a:pPr>
            <a:endParaRPr b="0" lang="en-IN" sz="1800" spc="-1" strike="noStrike">
              <a:solidFill>
                <a:srgbClr val="000000"/>
              </a:solidFill>
              <a:latin typeface="Arial"/>
            </a:endParaRPr>
          </a:p>
          <a:p>
            <a:pPr defTabSz="914400">
              <a:lnSpc>
                <a:spcPct val="100000"/>
              </a:lnSpc>
            </a:pPr>
            <a:r>
              <a:rPr b="0" lang="en-US" sz="1800" spc="-1" strike="noStrike">
                <a:solidFill>
                  <a:schemeClr val="dk1"/>
                </a:solidFill>
                <a:latin typeface="Trebuchet MS"/>
              </a:rPr>
              <a:t>LIME – Local Interpretable Model Agnostic Explanations</a:t>
            </a:r>
            <a:endParaRPr b="0" lang="en-IN" sz="1800" spc="-1" strike="noStrike">
              <a:solidFill>
                <a:srgbClr val="000000"/>
              </a:solidFill>
              <a:latin typeface="Arial"/>
            </a:endParaRPr>
          </a:p>
          <a:p>
            <a:pPr defTabSz="914400">
              <a:lnSpc>
                <a:spcPct val="100000"/>
              </a:lnSpc>
            </a:pPr>
            <a:endParaRPr b="0" lang="en-IN" sz="1800" spc="-1" strike="noStrike">
              <a:solidFill>
                <a:srgbClr val="000000"/>
              </a:solidFill>
              <a:latin typeface="Arial"/>
            </a:endParaRPr>
          </a:p>
          <a:p>
            <a:pPr defTabSz="914400">
              <a:lnSpc>
                <a:spcPct val="100000"/>
              </a:lnSpc>
            </a:pPr>
            <a:r>
              <a:rPr b="0" lang="en-US" sz="1800" spc="-1" strike="noStrike">
                <a:solidFill>
                  <a:schemeClr val="dk1"/>
                </a:solidFill>
                <a:latin typeface="Trebuchet MS"/>
              </a:rPr>
              <a:t>GradCAM – Gradient Weighted Class Activation Mapping </a:t>
            </a:r>
            <a:endParaRPr b="0" lang="en-IN" sz="1800" spc="-1" strike="noStrike">
              <a:solidFill>
                <a:srgbClr val="000000"/>
              </a:solidFill>
              <a:latin typeface="Arial"/>
            </a:endParaRPr>
          </a:p>
        </p:txBody>
      </p:sp>
      <p:sp>
        <p:nvSpPr>
          <p:cNvPr id="334" name="TextBox 2"/>
          <p:cNvSpPr/>
          <p:nvPr/>
        </p:nvSpPr>
        <p:spPr>
          <a:xfrm>
            <a:off x="5560920" y="607680"/>
            <a:ext cx="6095520" cy="91404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b="0" lang="en-US" sz="1800" spc="-1" strike="noStrike">
                <a:solidFill>
                  <a:srgbClr val="000000"/>
                </a:solidFill>
                <a:latin typeface="Trebuchet MS"/>
                <a:ea typeface="Trebuchet MS"/>
              </a:rPr>
              <a:t>“</a:t>
            </a:r>
            <a:r>
              <a:rPr b="0" lang="en-US" sz="1800" spc="-1" strike="noStrike">
                <a:solidFill>
                  <a:srgbClr val="000000"/>
                </a:solidFill>
                <a:latin typeface="Trebuchet MS"/>
                <a:ea typeface="Trebuchet MS"/>
              </a:rPr>
              <a:t>How much does the </a:t>
            </a:r>
            <a:r>
              <a:rPr b="0" i="1" lang="en-US" sz="1800" spc="-1" strike="noStrike">
                <a:solidFill>
                  <a:srgbClr val="000000"/>
                </a:solidFill>
                <a:latin typeface="Trebuchet MS"/>
                <a:ea typeface="Trebuchet MS"/>
              </a:rPr>
              <a:t>model’s confidence</a:t>
            </a:r>
            <a:r>
              <a:rPr b="0" lang="en-US" sz="1800" spc="-1" strike="noStrike">
                <a:solidFill>
                  <a:srgbClr val="000000"/>
                </a:solidFill>
                <a:latin typeface="Trebuchet MS"/>
                <a:ea typeface="Trebuchet MS"/>
              </a:rPr>
              <a:t> in its predicted class drop when I hide this region?”​</a:t>
            </a:r>
            <a:endParaRPr b="0" lang="en-IN" sz="1800" spc="-1" strike="noStrike">
              <a:solidFill>
                <a:srgbClr val="000000"/>
              </a:solidFill>
              <a:latin typeface="Arial"/>
            </a:endParaRPr>
          </a:p>
          <a:p>
            <a:pPr algn="ctr" defTabSz="914400">
              <a:lnSpc>
                <a:spcPct val="100000"/>
              </a:lnSpc>
            </a:pP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PlaceHolder 1"/>
          <p:cNvSpPr>
            <a:spLocks noGrp="1"/>
          </p:cNvSpPr>
          <p:nvPr>
            <p:ph/>
          </p:nvPr>
        </p:nvSpPr>
        <p:spPr>
          <a:xfrm>
            <a:off x="5022720" y="1461960"/>
            <a:ext cx="6537240" cy="585792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ea typeface="Trebuchet MS"/>
              </a:rPr>
              <a:t>“</a:t>
            </a:r>
            <a:r>
              <a:rPr b="0" lang="en-US" sz="1800" spc="-1" strike="noStrike">
                <a:solidFill>
                  <a:schemeClr val="dk1">
                    <a:lumMod val="75000"/>
                    <a:lumOff val="25000"/>
                  </a:schemeClr>
                </a:solidFill>
                <a:latin typeface="Trebuchet MS"/>
                <a:ea typeface="Trebuchet MS"/>
              </a:rPr>
              <a:t>For each test image, we slide a small window (4×4) across it.</a:t>
            </a:r>
            <a:br>
              <a:rPr sz="1800"/>
            </a:br>
            <a:r>
              <a:rPr b="0" lang="en-US" sz="1800" spc="-1" strike="noStrike">
                <a:solidFill>
                  <a:schemeClr val="dk1">
                    <a:lumMod val="75000"/>
                    <a:lumOff val="25000"/>
                  </a:schemeClr>
                </a:solidFill>
                <a:latin typeface="Trebuchet MS"/>
                <a:ea typeface="Trebuchet MS"/>
              </a:rPr>
              <a:t> We occlude that region — turn it black or white — and re-run the model.</a:t>
            </a:r>
            <a:br>
              <a:rPr sz="1800"/>
            </a:br>
            <a:r>
              <a:rPr b="0" lang="en-US" sz="1800" spc="-1" strike="noStrike">
                <a:solidFill>
                  <a:schemeClr val="dk1">
                    <a:lumMod val="75000"/>
                    <a:lumOff val="25000"/>
                  </a:schemeClr>
                </a:solidFill>
                <a:latin typeface="Trebuchet MS"/>
                <a:ea typeface="Trebuchet MS"/>
              </a:rPr>
              <a:t> If the model’s confidence in its predicted class drops significantly,</a:t>
            </a:r>
            <a:br>
              <a:rPr sz="1800"/>
            </a:br>
            <a:r>
              <a:rPr b="0" lang="en-US" sz="1800" spc="-1" strike="noStrike">
                <a:solidFill>
                  <a:schemeClr val="dk1">
                    <a:lumMod val="75000"/>
                    <a:lumOff val="25000"/>
                  </a:schemeClr>
                </a:solidFill>
                <a:latin typeface="Trebuchet MS"/>
                <a:ea typeface="Trebuchet MS"/>
              </a:rPr>
              <a:t> we mark that region as important.</a:t>
            </a:r>
            <a:br>
              <a:rPr sz="1800"/>
            </a:br>
            <a:r>
              <a:rPr b="0" lang="en-US" sz="1800" spc="-1" strike="noStrike">
                <a:solidFill>
                  <a:schemeClr val="dk1">
                    <a:lumMod val="75000"/>
                    <a:lumOff val="25000"/>
                  </a:schemeClr>
                </a:solidFill>
                <a:latin typeface="Trebuchet MS"/>
                <a:ea typeface="Trebuchet MS"/>
              </a:rPr>
              <a:t> Doing this for every position gives us a </a:t>
            </a:r>
            <a:r>
              <a:rPr b="0" i="1" lang="en-US" sz="1800" spc="-1" strike="noStrike">
                <a:solidFill>
                  <a:schemeClr val="dk1">
                    <a:lumMod val="75000"/>
                    <a:lumOff val="25000"/>
                  </a:schemeClr>
                </a:solidFill>
                <a:latin typeface="Trebuchet MS"/>
                <a:ea typeface="Trebuchet MS"/>
              </a:rPr>
              <a:t>heatmap of importance</a:t>
            </a:r>
            <a:r>
              <a:rPr b="0" lang="en-US" sz="1800" spc="-1" strike="noStrike">
                <a:solidFill>
                  <a:schemeClr val="dk1">
                    <a:lumMod val="75000"/>
                    <a:lumOff val="25000"/>
                  </a:schemeClr>
                </a:solidFill>
                <a:latin typeface="Trebuchet MS"/>
                <a:ea typeface="Trebuchet MS"/>
              </a:rPr>
              <a:t>.</a:t>
            </a:r>
            <a:endParaRPr b="0" lang="en-US" sz="1800" spc="-1" strike="noStrike">
              <a:solidFill>
                <a:schemeClr val="dk1">
                  <a:lumMod val="75000"/>
                  <a:lumOff val="25000"/>
                </a:schemeClr>
              </a:solidFill>
              <a:latin typeface="Trebuchet MS"/>
            </a:endParaRPr>
          </a:p>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ea typeface="Trebuchet MS"/>
              </a:rPr>
              <a:t>In this way, we visualize </a:t>
            </a:r>
            <a:r>
              <a:rPr b="0" i="1" lang="en-US" sz="1800" spc="-1" strike="noStrike">
                <a:solidFill>
                  <a:schemeClr val="dk1">
                    <a:lumMod val="75000"/>
                    <a:lumOff val="25000"/>
                  </a:schemeClr>
                </a:solidFill>
                <a:latin typeface="Trebuchet MS"/>
                <a:ea typeface="Trebuchet MS"/>
              </a:rPr>
              <a:t>which parts of the image the model actually relied on</a:t>
            </a:r>
            <a:r>
              <a:rPr b="0" lang="en-US" sz="1800" spc="-1" strike="noStrike">
                <a:solidFill>
                  <a:schemeClr val="dk1">
                    <a:lumMod val="75000"/>
                    <a:lumOff val="25000"/>
                  </a:schemeClr>
                </a:solidFill>
                <a:latin typeface="Trebuchet MS"/>
                <a:ea typeface="Trebuchet MS"/>
              </a:rPr>
              <a:t> to make its decision.”</a:t>
            </a:r>
            <a:endParaRPr b="0" lang="en-US" sz="1800" spc="-1" strike="noStrike">
              <a:solidFill>
                <a:schemeClr val="dk1">
                  <a:lumMod val="75000"/>
                  <a:lumOff val="25000"/>
                </a:schemeClr>
              </a:solidFill>
              <a:latin typeface="Trebuchet MS"/>
            </a:endParaRPr>
          </a:p>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ea typeface="Trebuchet MS"/>
              </a:rPr>
              <a:t>Grad-CAM and Integrated Gradients are faster but only work for CNNs.</a:t>
            </a:r>
            <a:br>
              <a:rPr sz="1800"/>
            </a:br>
            <a:r>
              <a:rPr b="0" lang="en-US" sz="1800" spc="-1" strike="noStrike">
                <a:solidFill>
                  <a:schemeClr val="dk1">
                    <a:lumMod val="75000"/>
                    <a:lumOff val="25000"/>
                  </a:schemeClr>
                </a:solidFill>
                <a:latin typeface="Trebuchet MS"/>
                <a:ea typeface="Trebuchet MS"/>
              </a:rPr>
              <a:t> LIME and SHAP are more sophisticated but slower for images.</a:t>
            </a:r>
            <a:br>
              <a:rPr sz="1800"/>
            </a:br>
            <a:r>
              <a:rPr b="0" lang="en-US" sz="1800" spc="-1" strike="noStrike">
                <a:solidFill>
                  <a:schemeClr val="dk1">
                    <a:lumMod val="75000"/>
                    <a:lumOff val="25000"/>
                  </a:schemeClr>
                </a:solidFill>
                <a:latin typeface="Trebuchet MS"/>
                <a:ea typeface="Trebuchet MS"/>
              </a:rPr>
              <a:t> So for a fair comparison across CNN, MLP, KNN, and DecisionTree, occlusion sensitivity is ideal.”</a:t>
            </a:r>
            <a:endParaRPr b="0" lang="en-US" sz="1800" spc="-1" strike="noStrike">
              <a:solidFill>
                <a:schemeClr val="dk1">
                  <a:lumMod val="75000"/>
                  <a:lumOff val="25000"/>
                </a:schemeClr>
              </a:solidFill>
              <a:latin typeface="Trebuchet MS"/>
            </a:endParaRPr>
          </a:p>
        </p:txBody>
      </p:sp>
      <p:pic>
        <p:nvPicPr>
          <p:cNvPr id="336" name="Picture 3" descr="A technical illustration of a sliding window heatmap analysis on a grayscale image, showing model confidence changes."/>
          <p:cNvPicPr/>
          <p:nvPr/>
        </p:nvPicPr>
        <p:blipFill>
          <a:blip r:embed="rId1"/>
          <a:stretch/>
        </p:blipFill>
        <p:spPr>
          <a:xfrm>
            <a:off x="138600" y="0"/>
            <a:ext cx="4602960" cy="685764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PlaceHolder 1"/>
          <p:cNvSpPr>
            <a:spLocks noGrp="1"/>
          </p:cNvSpPr>
          <p:nvPr>
            <p:ph type="title"/>
          </p:nvPr>
        </p:nvSpPr>
        <p:spPr>
          <a:xfrm>
            <a:off x="558720" y="4906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ML Workflow</a:t>
            </a:r>
            <a:endParaRPr b="0" lang="en-US" sz="3600" spc="-1" strike="noStrike">
              <a:solidFill>
                <a:schemeClr val="dk1"/>
              </a:solidFill>
              <a:latin typeface="Trebuchet MS"/>
            </a:endParaRPr>
          </a:p>
        </p:txBody>
      </p:sp>
      <p:pic>
        <p:nvPicPr>
          <p:cNvPr id="338" name="Content Placeholder 3" descr="A diagram of a workflow&#10;&#10;AI-generated content may be incorrect."/>
          <p:cNvPicPr/>
          <p:nvPr/>
        </p:nvPicPr>
        <p:blipFill>
          <a:blip r:embed="rId1"/>
          <a:stretch/>
        </p:blipFill>
        <p:spPr>
          <a:xfrm>
            <a:off x="558720" y="1459440"/>
            <a:ext cx="11083680" cy="3931200"/>
          </a:xfrm>
          <a:prstGeom prst="rect">
            <a:avLst/>
          </a:prstGeom>
          <a:ln w="0">
            <a:noFill/>
          </a:ln>
        </p:spPr>
      </p:pic>
      <p:sp>
        <p:nvSpPr>
          <p:cNvPr id="339" name="Rectangle: Rounded Corners 12"/>
          <p:cNvSpPr/>
          <p:nvPr/>
        </p:nvSpPr>
        <p:spPr>
          <a:xfrm>
            <a:off x="6095880" y="1989000"/>
            <a:ext cx="3681000" cy="2067840"/>
          </a:xfrm>
          <a:custGeom>
            <a:avLst/>
            <a:gdLst>
              <a:gd name="textAreaLeft" fmla="*/ 0 w 3681000"/>
              <a:gd name="textAreaRight" fmla="*/ 3681360 w 3681000"/>
              <a:gd name="textAreaTop" fmla="*/ 0 h 2067840"/>
              <a:gd name="textAreaBottom" fmla="*/ 2068200 h 2067840"/>
            </a:gdLst>
            <a:ahLst/>
            <a:rect l="textAreaLeft" t="textAreaTop" r="textAreaRight" b="textAreaBottom"/>
            <a:pathLst>
              <a:path w="3681348" h="2068285">
                <a:moveTo>
                  <a:pt x="0" y="344721"/>
                </a:moveTo>
                <a:cubicBezTo>
                  <a:pt x="-1799" y="148690"/>
                  <a:pt x="130899" y="2018"/>
                  <a:pt x="344721" y="0"/>
                </a:cubicBezTo>
                <a:cubicBezTo>
                  <a:pt x="1825173" y="52825"/>
                  <a:pt x="2625907" y="-123174"/>
                  <a:pt x="3336627" y="0"/>
                </a:cubicBezTo>
                <a:cubicBezTo>
                  <a:pt x="3543424" y="27745"/>
                  <a:pt x="3686962" y="155850"/>
                  <a:pt x="3681348" y="344721"/>
                </a:cubicBezTo>
                <a:cubicBezTo>
                  <a:pt x="3718411" y="1011780"/>
                  <a:pt x="3581803" y="1297122"/>
                  <a:pt x="3681348" y="1723564"/>
                </a:cubicBezTo>
                <a:cubicBezTo>
                  <a:pt x="3661353" y="1888248"/>
                  <a:pt x="3512315" y="2055122"/>
                  <a:pt x="3336627" y="2068285"/>
                </a:cubicBezTo>
                <a:cubicBezTo>
                  <a:pt x="2809057" y="2237696"/>
                  <a:pt x="666222" y="2153839"/>
                  <a:pt x="344721" y="2068285"/>
                </a:cubicBezTo>
                <a:cubicBezTo>
                  <a:pt x="144773" y="2072258"/>
                  <a:pt x="6167" y="1901649"/>
                  <a:pt x="0" y="1723564"/>
                </a:cubicBezTo>
                <a:cubicBezTo>
                  <a:pt x="-109036" y="1454142"/>
                  <a:pt x="-57299" y="686915"/>
                  <a:pt x="0" y="344721"/>
                </a:cubicBezTo>
                <a:close/>
              </a:path>
            </a:pathLst>
          </a:custGeom>
          <a:noFill/>
          <a:ln cap="rnd" w="28575">
            <a:solidFill>
              <a:srgbClr val="295868"/>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Trebuchet MS"/>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0" name="Content Placeholder 3" descr="A screenshot of a computer&#10;&#10;AI-generated content may be incorrect."/>
          <p:cNvPicPr/>
          <p:nvPr/>
        </p:nvPicPr>
        <p:blipFill>
          <a:blip r:embed="rId1"/>
          <a:stretch/>
        </p:blipFill>
        <p:spPr>
          <a:xfrm>
            <a:off x="226440" y="291960"/>
            <a:ext cx="11747520" cy="603936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341" name="Group 92">
            <a:extLst>
              <a:ext uri="{C183D7F6-B498-43B3-948B-1728B52AA6E4}">
                <adec:decorative xmlns:adec="http://schemas.microsoft.com/office/drawing/2017/decorative" val="1"/>
              </a:ext>
            </a:extLst>
          </p:cNvPr>
          <p:cNvGrpSpPr/>
          <p:nvPr/>
        </p:nvGrpSpPr>
        <p:grpSpPr>
          <a:xfrm>
            <a:off x="0" y="-8640"/>
            <a:ext cx="12191760" cy="6866640"/>
            <a:chOff x="0" y="-8640"/>
            <a:chExt cx="12191760" cy="6866640"/>
          </a:xfrm>
        </p:grpSpPr>
        <p:sp>
          <p:nvSpPr>
            <p:cNvPr id="342" name="Freeform 14">
              <a:extLst>
                <a:ext uri="{C183D7F6-B498-43B3-948B-1728B52AA6E4}">
                  <adec:decorative xmlns:adec="http://schemas.microsoft.com/office/drawing/2017/decorative" val="1"/>
                </a:ext>
              </a:extLst>
            </p:cNvPr>
            <p:cNvSpPr/>
            <p:nvPr/>
          </p:nvSpPr>
          <p:spPr>
            <a:xfrm>
              <a:off x="0" y="-7920"/>
              <a:ext cx="863280" cy="5697720"/>
            </a:xfrm>
            <a:custGeom>
              <a:avLst/>
              <a:gdLst>
                <a:gd name="textAreaLeft" fmla="*/ 0 w 863280"/>
                <a:gd name="textAreaRight" fmla="*/ 863640 w 863280"/>
                <a:gd name="textAreaTop" fmla="*/ 0 h 5697720"/>
                <a:gd name="textAreaBottom" fmla="*/ 5698080 h 5697720"/>
              </a:gdLst>
              <a:ahLst/>
              <a:rect l="textAreaLeft" t="textAreaTop" r="textAreaRight" b="textAreaBottom"/>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cxnSp>
          <p:nvCxnSpPr>
            <p:cNvPr id="343" name="Straight Connector 94">
              <a:extLst>
                <a:ext uri="{C183D7F6-B498-43B3-948B-1728B52AA6E4}">
                  <adec:decorative xmlns:adec="http://schemas.microsoft.com/office/drawing/2017/decorative" val="1"/>
                </a:ext>
              </a:extLst>
            </p:cNvPr>
            <p:cNvCxnSpPr/>
            <p:nvPr/>
          </p:nvCxnSpPr>
          <p:spPr>
            <a:xfrm>
              <a:off x="9370800" y="0"/>
              <a:ext cx="1219680" cy="6858360"/>
            </a:xfrm>
            <a:prstGeom prst="straightConnector1">
              <a:avLst/>
            </a:prstGeom>
            <a:ln cap="rnd" w="9525">
              <a:solidFill>
                <a:srgbClr val="5fcbef">
                  <a:alpha val="70000"/>
                </a:srgbClr>
              </a:solidFill>
              <a:round/>
            </a:ln>
          </p:spPr>
        </p:cxnSp>
        <p:cxnSp>
          <p:nvCxnSpPr>
            <p:cNvPr id="344" name="Straight Connector 95">
              <a:extLst>
                <a:ext uri="{C183D7F6-B498-43B3-948B-1728B52AA6E4}">
                  <adec:decorative xmlns:adec="http://schemas.microsoft.com/office/drawing/2017/decorative" val="1"/>
                </a:ext>
              </a:extLst>
            </p:cNvPr>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345" name="Rectangle 23">
              <a:extLst>
                <a:ext uri="{C183D7F6-B498-43B3-948B-1728B52AA6E4}">
                  <adec:decorative xmlns:adec="http://schemas.microsoft.com/office/drawing/2017/decorative" val="1"/>
                </a:ext>
              </a:extLst>
            </p:cNvPr>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46" name="Rectangle 25">
              <a:extLst>
                <a:ext uri="{C183D7F6-B498-43B3-948B-1728B52AA6E4}">
                  <adec:decorative xmlns:adec="http://schemas.microsoft.com/office/drawing/2017/decorative" val="1"/>
                </a:ext>
              </a:extLst>
            </p:cNvPr>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47" name="Isosceles Triangle 98">
              <a:extLst>
                <a:ext uri="{C183D7F6-B498-43B3-948B-1728B52AA6E4}">
                  <adec:decorative xmlns:adec="http://schemas.microsoft.com/office/drawing/2017/decorative" val="1"/>
                </a:ext>
              </a:extLst>
            </p:cNvPr>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348" name="Rectangle 27">
              <a:extLst>
                <a:ext uri="{C183D7F6-B498-43B3-948B-1728B52AA6E4}">
                  <adec:decorative xmlns:adec="http://schemas.microsoft.com/office/drawing/2017/decorative" val="1"/>
                </a:ext>
              </a:extLst>
            </p:cNvPr>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349" name="Rectangle 28">
              <a:extLst>
                <a:ext uri="{C183D7F6-B498-43B3-948B-1728B52AA6E4}">
                  <adec:decorative xmlns:adec="http://schemas.microsoft.com/office/drawing/2017/decorative" val="1"/>
                </a:ext>
              </a:extLst>
            </p:cNvPr>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350" name="Rectangle 29">
              <a:extLst>
                <a:ext uri="{C183D7F6-B498-43B3-948B-1728B52AA6E4}">
                  <adec:decorative xmlns:adec="http://schemas.microsoft.com/office/drawing/2017/decorative" val="1"/>
                </a:ext>
              </a:extLst>
            </p:cNvPr>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351" name="Isosceles Triangle 102">
              <a:extLst>
                <a:ext uri="{C183D7F6-B498-43B3-948B-1728B52AA6E4}">
                  <adec:decorative xmlns:adec="http://schemas.microsoft.com/office/drawing/2017/decorative" val="1"/>
                </a:ext>
              </a:extLst>
            </p:cNvPr>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grpSp>
      <p:pic>
        <p:nvPicPr>
          <p:cNvPr id="352" name="Content Placeholder 3" descr="8: Project Execution"/>
          <p:cNvPicPr/>
          <p:nvPr/>
        </p:nvPicPr>
        <p:blipFill>
          <a:blip r:embed="rId1"/>
          <a:srcRect l="21208" t="5375" r="0" b="3712"/>
          <a:stretch/>
        </p:blipFill>
        <p:spPr>
          <a:xfrm>
            <a:off x="0" y="0"/>
            <a:ext cx="12191760" cy="6857640"/>
          </a:xfrm>
          <a:prstGeom prst="rect">
            <a:avLst/>
          </a:prstGeom>
          <a:ln w="0">
            <a:noFill/>
          </a:ln>
        </p:spPr>
      </p:pic>
      <p:sp>
        <p:nvSpPr>
          <p:cNvPr id="353" name="Isosceles Triangle 104">
            <a:extLst>
              <a:ext uri="{C183D7F6-B498-43B3-948B-1728B52AA6E4}">
                <adec:decorative xmlns:adec="http://schemas.microsoft.com/office/drawing/2017/decorative" val="1"/>
              </a:ext>
            </a:extLst>
          </p:cNvPr>
          <p:cNvSpPr/>
          <p:nvPr/>
        </p:nvSpPr>
        <p:spPr>
          <a:xfrm rot="10800000">
            <a:off x="360" y="360"/>
            <a:ext cx="842400" cy="5665680"/>
          </a:xfrm>
          <a:prstGeom prst="triangle">
            <a:avLst>
              <a:gd name="adj" fmla="val 10000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54" name="Parallelogram 106">
            <a:extLst>
              <a:ext uri="{C183D7F6-B498-43B3-948B-1728B52AA6E4}">
                <adec:decorative xmlns:adec="http://schemas.microsoft.com/office/drawing/2017/decorative" val="1"/>
              </a:ext>
            </a:extLst>
          </p:cNvPr>
          <p:cNvSpPr/>
          <p:nvPr/>
        </p:nvSpPr>
        <p:spPr>
          <a:xfrm>
            <a:off x="3684600" y="0"/>
            <a:ext cx="7314840" cy="6857640"/>
          </a:xfrm>
          <a:prstGeom prst="parallelogram">
            <a:avLst>
              <a:gd name="adj" fmla="val 14937"/>
            </a:avLst>
          </a:prstGeom>
          <a:solidFill>
            <a:schemeClr val="tx1">
              <a:alpha val="7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Trebuchet MS"/>
            </a:endParaRPr>
          </a:p>
        </p:txBody>
      </p:sp>
      <p:cxnSp>
        <p:nvCxnSpPr>
          <p:cNvPr id="355" name="Straight Connector 108">
            <a:extLst>
              <a:ext uri="{C183D7F6-B498-43B3-948B-1728B52AA6E4}">
                <adec:decorative xmlns:adec="http://schemas.microsoft.com/office/drawing/2017/decorative" val="1"/>
              </a:ext>
            </a:extLst>
          </p:cNvPr>
          <p:cNvCxnSpPr/>
          <p:nvPr/>
        </p:nvCxnSpPr>
        <p:spPr>
          <a:xfrm>
            <a:off x="9370800" y="0"/>
            <a:ext cx="1219680" cy="6858360"/>
          </a:xfrm>
          <a:prstGeom prst="straightConnector1">
            <a:avLst/>
          </a:prstGeom>
          <a:ln cap="rnd" w="9525">
            <a:solidFill>
              <a:srgbClr val="ffffff">
                <a:lumMod val="75000"/>
              </a:srgbClr>
            </a:solidFill>
            <a:round/>
          </a:ln>
        </p:spPr>
      </p:cxnSp>
      <p:cxnSp>
        <p:nvCxnSpPr>
          <p:cNvPr id="356" name="Straight Connector 110">
            <a:extLst>
              <a:ext uri="{C183D7F6-B498-43B3-948B-1728B52AA6E4}">
                <adec:decorative xmlns:adec="http://schemas.microsoft.com/office/drawing/2017/decorative" val="1"/>
              </a:ext>
            </a:extLst>
          </p:cNvPr>
          <p:cNvCxnSpPr/>
          <p:nvPr/>
        </p:nvCxnSpPr>
        <p:spPr>
          <a:xfrm flipH="1">
            <a:off x="7425000" y="3681360"/>
            <a:ext cx="4763880" cy="3177000"/>
          </a:xfrm>
          <a:prstGeom prst="straightConnector1">
            <a:avLst/>
          </a:prstGeom>
          <a:ln cap="rnd" w="9525">
            <a:solidFill>
              <a:srgbClr val="ffffff">
                <a:lumMod val="85000"/>
              </a:srgbClr>
            </a:solidFill>
            <a:round/>
          </a:ln>
        </p:spPr>
      </p:cxnSp>
      <p:sp>
        <p:nvSpPr>
          <p:cNvPr id="357" name="Rectangle 23">
            <a:extLst>
              <a:ext uri="{C183D7F6-B498-43B3-948B-1728B52AA6E4}">
                <adec:decorative xmlns:adec="http://schemas.microsoft.com/office/drawing/2017/decorative" val="1"/>
              </a:ext>
            </a:extLst>
          </p:cNvPr>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58" name="Rectangle 25">
            <a:extLst>
              <a:ext uri="{C183D7F6-B498-43B3-948B-1728B52AA6E4}">
                <adec:decorative xmlns:adec="http://schemas.microsoft.com/office/drawing/2017/decorative" val="1"/>
              </a:ext>
            </a:extLst>
          </p:cNvPr>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59" name="Isosceles Triangle 116">
            <a:extLst>
              <a:ext uri="{C183D7F6-B498-43B3-948B-1728B52AA6E4}">
                <adec:decorative xmlns:adec="http://schemas.microsoft.com/office/drawing/2017/decorative" val="1"/>
              </a:ext>
            </a:extLst>
          </p:cNvPr>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360" name="PlaceHolder 1"/>
          <p:cNvSpPr>
            <a:spLocks noGrp="1"/>
          </p:cNvSpPr>
          <p:nvPr>
            <p:ph type="title"/>
          </p:nvPr>
        </p:nvSpPr>
        <p:spPr>
          <a:xfrm>
            <a:off x="4704120" y="1678680"/>
            <a:ext cx="4569480" cy="2368800"/>
          </a:xfrm>
          <a:prstGeom prst="rect">
            <a:avLst/>
          </a:prstGeom>
          <a:noFill/>
          <a:ln w="0">
            <a:noFill/>
          </a:ln>
        </p:spPr>
        <p:txBody>
          <a:bodyPr lIns="91440" rIns="91440" tIns="45720" bIns="45720" anchor="b">
            <a:normAutofit/>
          </a:bodyPr>
          <a:p>
            <a:pPr indent="0" algn="r" defTabSz="457200">
              <a:lnSpc>
                <a:spcPct val="100000"/>
              </a:lnSpc>
              <a:buNone/>
            </a:pPr>
            <a:r>
              <a:rPr b="0" lang="en-US" sz="5400" spc="-1" strike="noStrike">
                <a:solidFill>
                  <a:schemeClr val="accent1"/>
                </a:solidFill>
                <a:latin typeface="Trebuchet MS"/>
              </a:rPr>
              <a:t>Project Execution</a:t>
            </a:r>
            <a:endParaRPr b="0" lang="en-US" sz="5400" spc="-1" strike="noStrike">
              <a:solidFill>
                <a:schemeClr val="dk1"/>
              </a:solidFill>
              <a:latin typeface="Trebuchet MS"/>
            </a:endParaRPr>
          </a:p>
        </p:txBody>
      </p:sp>
      <p:sp>
        <p:nvSpPr>
          <p:cNvPr id="361" name="Rectangle 27">
            <a:extLst>
              <a:ext uri="{C183D7F6-B498-43B3-948B-1728B52AA6E4}">
                <adec:decorative xmlns:adec="http://schemas.microsoft.com/office/drawing/2017/decorative" val="1"/>
              </a:ext>
            </a:extLst>
          </p:cNvPr>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362" name="Rectangle 28">
            <a:extLst>
              <a:ext uri="{C183D7F6-B498-43B3-948B-1728B52AA6E4}">
                <adec:decorative xmlns:adec="http://schemas.microsoft.com/office/drawing/2017/decorative" val="1"/>
              </a:ext>
            </a:extLst>
          </p:cNvPr>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63" name="Rectangle 29">
            <a:extLst>
              <a:ext uri="{C183D7F6-B498-43B3-948B-1728B52AA6E4}">
                <adec:decorative xmlns:adec="http://schemas.microsoft.com/office/drawing/2017/decorative" val="1"/>
              </a:ext>
            </a:extLst>
          </p:cNvPr>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64" name="Isosceles Triangle 124">
            <a:extLst>
              <a:ext uri="{C183D7F6-B498-43B3-948B-1728B52AA6E4}">
                <adec:decorative xmlns:adec="http://schemas.microsoft.com/office/drawing/2017/decorative" val="1"/>
              </a:ext>
            </a:extLst>
          </p:cNvPr>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rmAutofit/>
          </a:bodyPr>
          <a:p>
            <a:pPr indent="0" defTabSz="457200">
              <a:lnSpc>
                <a:spcPct val="100000"/>
              </a:lnSpc>
              <a:buNone/>
            </a:pPr>
            <a:r>
              <a:rPr b="0" lang="en-US" sz="3600" spc="-1" strike="noStrike">
                <a:solidFill>
                  <a:schemeClr val="accent1"/>
                </a:solidFill>
                <a:latin typeface="Trebuchet MS"/>
              </a:rPr>
              <a:t>Goal : Compare 5 different classifiers on MNIST handwritten dataset</a:t>
            </a:r>
            <a:endParaRPr b="0" lang="en-US" sz="3600" spc="-1" strike="noStrike">
              <a:solidFill>
                <a:schemeClr val="dk1"/>
              </a:solidFill>
              <a:latin typeface="Trebuchet MS"/>
            </a:endParaRPr>
          </a:p>
        </p:txBody>
      </p:sp>
      <p:sp>
        <p:nvSpPr>
          <p:cNvPr id="366" name="PlaceHolder 2"/>
          <p:cNvSpPr>
            <a:spLocks noGrp="1"/>
          </p:cNvSpPr>
          <p:nvPr>
            <p:ph/>
          </p:nvPr>
        </p:nvSpPr>
        <p:spPr>
          <a:xfrm>
            <a:off x="677160" y="2160720"/>
            <a:ext cx="8596440" cy="3880440"/>
          </a:xfrm>
          <a:prstGeom prst="rect">
            <a:avLst/>
          </a:prstGeom>
          <a:noFill/>
          <a:ln w="0">
            <a:noFill/>
          </a:ln>
        </p:spPr>
        <p:txBody>
          <a:bodyPr lIns="91440" rIns="91440" tIns="45720" bIns="45720" anchor="t">
            <a:normAutofit/>
          </a:bodyPr>
          <a:p>
            <a:pPr indent="0" defTabSz="457200">
              <a:lnSpc>
                <a:spcPct val="100000"/>
              </a:lnSpc>
              <a:spcBef>
                <a:spcPts val="1001"/>
              </a:spcBef>
              <a:buNone/>
            </a:pPr>
            <a:endParaRPr b="0" lang="en-US" sz="1800" spc="-1" strike="noStrike">
              <a:solidFill>
                <a:schemeClr val="dk1">
                  <a:lumMod val="75000"/>
                  <a:lumOff val="25000"/>
                </a:schemeClr>
              </a:solidFill>
              <a:latin typeface="Trebuchet MS"/>
            </a:endParaRPr>
          </a:p>
          <a:p>
            <a:pPr marL="343080" indent="-343080" defTabSz="457200">
              <a:lnSpc>
                <a:spcPct val="100000"/>
              </a:lnSpc>
              <a:spcBef>
                <a:spcPts val="1001"/>
              </a:spcBef>
              <a:buClr>
                <a:srgbClr val="5fcbef"/>
              </a:buClr>
              <a:buSzPct val="80000"/>
              <a:buFont typeface="Calibri" charset="2"/>
              <a:buChar char=""/>
            </a:pPr>
            <a:r>
              <a:rPr b="0" lang="en-US" sz="1800" spc="-1" strike="noStrike">
                <a:solidFill>
                  <a:schemeClr val="dk1">
                    <a:lumMod val="75000"/>
                    <a:lumOff val="25000"/>
                  </a:schemeClr>
                </a:solidFill>
                <a:latin typeface="Trebuchet MS"/>
              </a:rPr>
              <a:t>To show where each model "LOOKED" to make it's decision. </a:t>
            </a:r>
            <a:endParaRPr b="0" lang="en-US" sz="1800" spc="-1" strike="noStrike">
              <a:solidFill>
                <a:schemeClr val="dk1">
                  <a:lumMod val="75000"/>
                  <a:lumOff val="25000"/>
                </a:schemeClr>
              </a:solidFill>
              <a:latin typeface="Trebuchet MS"/>
            </a:endParaRPr>
          </a:p>
          <a:p>
            <a:pPr marL="343080" indent="-343080" defTabSz="457200">
              <a:lnSpc>
                <a:spcPct val="100000"/>
              </a:lnSpc>
              <a:spcBef>
                <a:spcPts val="1001"/>
              </a:spcBef>
              <a:buClr>
                <a:srgbClr val="5fcbef"/>
              </a:buClr>
              <a:buSzPct val="80000"/>
              <a:buFont typeface="Calibri" charset="2"/>
              <a:buChar char=""/>
            </a:pPr>
            <a:r>
              <a:rPr b="0" lang="en-US" sz="1800" spc="-1" strike="noStrike">
                <a:solidFill>
                  <a:schemeClr val="dk1">
                    <a:lumMod val="75000"/>
                    <a:lumOff val="25000"/>
                  </a:schemeClr>
                </a:solidFill>
                <a:latin typeface="Trebuchet MS"/>
              </a:rPr>
              <a:t>Brighter - mattered more in the decision. </a:t>
            </a:r>
            <a:endParaRPr b="0" lang="en-US" sz="1800" spc="-1" strike="noStrike">
              <a:solidFill>
                <a:schemeClr val="dk1">
                  <a:lumMod val="75000"/>
                  <a:lumOff val="25000"/>
                </a:schemeClr>
              </a:solidFill>
              <a:latin typeface="Trebuchet MS"/>
            </a:endParaRPr>
          </a:p>
          <a:p>
            <a:pPr indent="0" defTabSz="457200">
              <a:lnSpc>
                <a:spcPct val="100000"/>
              </a:lnSpc>
              <a:spcBef>
                <a:spcPts val="1001"/>
              </a:spcBef>
              <a:buNone/>
            </a:pPr>
            <a:endParaRPr b="0" lang="en-US" sz="1800" spc="-1" strike="noStrike">
              <a:solidFill>
                <a:schemeClr val="dk1">
                  <a:lumMod val="75000"/>
                  <a:lumOff val="25000"/>
                </a:schemeClr>
              </a:solidFill>
              <a:latin typeface="Trebuchet MS"/>
            </a:endParaRPr>
          </a:p>
          <a:p>
            <a:pPr marL="343080" indent="-343080" defTabSz="457200">
              <a:lnSpc>
                <a:spcPct val="100000"/>
              </a:lnSpc>
              <a:spcBef>
                <a:spcPts val="1001"/>
              </a:spcBef>
              <a:buClr>
                <a:srgbClr val="5fcbef"/>
              </a:buClr>
              <a:buSzPct val="80000"/>
              <a:buFont typeface="Calibri" charset="2"/>
              <a:buChar char=""/>
            </a:pPr>
            <a:r>
              <a:rPr b="0" lang="en-US" sz="1800" spc="-1" strike="noStrike">
                <a:solidFill>
                  <a:schemeClr val="dk1">
                    <a:lumMod val="75000"/>
                    <a:lumOff val="25000"/>
                  </a:schemeClr>
                </a:solidFill>
                <a:latin typeface="Trebuchet MS"/>
              </a:rPr>
              <a:t>Two cases – </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Calibri" charset="2"/>
              <a:buChar char=""/>
            </a:pPr>
            <a:r>
              <a:rPr b="0" lang="en-US" sz="1600" spc="-1" strike="noStrike">
                <a:solidFill>
                  <a:schemeClr val="dk1">
                    <a:lumMod val="75000"/>
                    <a:lumOff val="25000"/>
                  </a:schemeClr>
                </a:solidFill>
                <a:latin typeface="Trebuchet MS"/>
              </a:rPr>
              <a:t>Where SOTA CNN is right, and other models fail. </a:t>
            </a:r>
            <a:endParaRPr b="0" lang="en-US" sz="16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Calibri" charset="2"/>
              <a:buChar char=""/>
            </a:pPr>
            <a:r>
              <a:rPr b="0" lang="en-US" sz="1600" spc="-1" strike="noStrike">
                <a:solidFill>
                  <a:schemeClr val="dk1">
                    <a:lumMod val="75000"/>
                    <a:lumOff val="25000"/>
                  </a:schemeClr>
                </a:solidFill>
                <a:latin typeface="Trebuchet MS"/>
              </a:rPr>
              <a:t>Ambiguous digits where all models struggle. </a:t>
            </a:r>
            <a:endParaRPr b="0" lang="en-US" sz="1600" spc="-1" strike="noStrike">
              <a:solidFill>
                <a:schemeClr val="dk1">
                  <a:lumMod val="75000"/>
                  <a:lumOff val="25000"/>
                </a:schemeClr>
              </a:solidFill>
              <a:latin typeface="Trebuchet MS"/>
            </a:endParaRPr>
          </a:p>
          <a:p>
            <a:pPr indent="0" defTabSz="457200">
              <a:lnSpc>
                <a:spcPct val="100000"/>
              </a:lnSpc>
              <a:spcBef>
                <a:spcPts val="1001"/>
              </a:spcBef>
              <a:buNone/>
            </a:pPr>
            <a:endParaRPr b="0" lang="en-US" sz="16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Calibri"/>
              <a:buChar char="-"/>
            </a:pPr>
            <a:r>
              <a:rPr b="0" lang="en-US" sz="2000" spc="-1" strike="noStrike">
                <a:solidFill>
                  <a:srgbClr val="ff0000"/>
                </a:solidFill>
                <a:latin typeface="Trebuchet MS"/>
                <a:ea typeface="Trebuchet MS"/>
              </a:rPr>
              <a:t>brighter areas on the explanation image meant those pixels mattered more to the model</a:t>
            </a:r>
            <a:endParaRPr b="0" lang="en-US" sz="2000" spc="-1" strike="noStrike">
              <a:solidFill>
                <a:schemeClr val="dk1">
                  <a:lumMod val="75000"/>
                  <a:lumOff val="25000"/>
                </a:schemeClr>
              </a:solidFill>
              <a:latin typeface="Trebuchet MS"/>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Models</a:t>
            </a:r>
            <a:endParaRPr b="0" lang="en-US" sz="3600" spc="-1" strike="noStrike">
              <a:solidFill>
                <a:schemeClr val="dk1"/>
              </a:solidFill>
              <a:latin typeface="Trebuchet MS"/>
            </a:endParaRPr>
          </a:p>
        </p:txBody>
      </p:sp>
      <p:sp>
        <p:nvSpPr>
          <p:cNvPr id="368" name="PlaceHolder 2"/>
          <p:cNvSpPr>
            <a:spLocks noGrp="1"/>
          </p:cNvSpPr>
          <p:nvPr>
            <p:ph/>
          </p:nvPr>
        </p:nvSpPr>
        <p:spPr>
          <a:xfrm>
            <a:off x="677160" y="2160720"/>
            <a:ext cx="4297320" cy="388044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rPr>
              <a:t>Using sklearn - </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Courier New" charset="2"/>
              <a:buChar char=""/>
            </a:pPr>
            <a:r>
              <a:rPr b="0" lang="en-US" sz="1600" spc="-1" strike="noStrike">
                <a:solidFill>
                  <a:schemeClr val="dk1">
                    <a:lumMod val="75000"/>
                    <a:lumOff val="25000"/>
                  </a:schemeClr>
                </a:solidFill>
                <a:latin typeface="Trebuchet MS"/>
              </a:rPr>
              <a:t>KNN</a:t>
            </a:r>
            <a:endParaRPr b="0" lang="en-US" sz="16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Courier New" charset="2"/>
              <a:buChar char=""/>
            </a:pPr>
            <a:r>
              <a:rPr b="0" lang="en-US" sz="1600" spc="-1" strike="noStrike">
                <a:solidFill>
                  <a:schemeClr val="dk1">
                    <a:lumMod val="75000"/>
                    <a:lumOff val="25000"/>
                  </a:schemeClr>
                </a:solidFill>
                <a:latin typeface="Trebuchet MS"/>
              </a:rPr>
              <a:t>Decision Tree</a:t>
            </a:r>
            <a:endParaRPr b="0" lang="en-US" sz="16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Courier New" charset="2"/>
              <a:buChar char=""/>
            </a:pPr>
            <a:r>
              <a:rPr b="0" lang="en-US" sz="1600" spc="-1" strike="noStrike">
                <a:solidFill>
                  <a:schemeClr val="dk1">
                    <a:lumMod val="75000"/>
                    <a:lumOff val="25000"/>
                  </a:schemeClr>
                </a:solidFill>
                <a:latin typeface="Trebuchet MS"/>
              </a:rPr>
              <a:t>Naïve Bayes</a:t>
            </a:r>
            <a:endParaRPr b="0" lang="en-US" sz="16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Courier New" charset="2"/>
              <a:buChar char=""/>
            </a:pPr>
            <a:r>
              <a:rPr b="0" lang="en-US" sz="1600" spc="-1" strike="noStrike">
                <a:solidFill>
                  <a:schemeClr val="dk1">
                    <a:lumMod val="75000"/>
                    <a:lumOff val="25000"/>
                  </a:schemeClr>
                </a:solidFill>
                <a:latin typeface="Trebuchet MS"/>
              </a:rPr>
              <a:t>MLP</a:t>
            </a:r>
            <a:endParaRPr b="0" lang="en-US" sz="1600" spc="-1" strike="noStrike">
              <a:solidFill>
                <a:schemeClr val="dk1">
                  <a:lumMod val="75000"/>
                  <a:lumOff val="25000"/>
                </a:schemeClr>
              </a:solidFill>
              <a:latin typeface="Trebuchet MS"/>
            </a:endParaRPr>
          </a:p>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rPr>
              <a:t>Using Keras framework in tensorflow. </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Courier New" charset="2"/>
              <a:buChar char=""/>
            </a:pPr>
            <a:r>
              <a:rPr b="0" lang="en-US" sz="1600" spc="-1" strike="noStrike">
                <a:solidFill>
                  <a:schemeClr val="dk1">
                    <a:lumMod val="75000"/>
                    <a:lumOff val="25000"/>
                  </a:schemeClr>
                </a:solidFill>
                <a:latin typeface="Trebuchet MS"/>
              </a:rPr>
              <a:t>CNN</a:t>
            </a:r>
            <a:endParaRPr b="0" lang="en-US" sz="1600" spc="-1" strike="noStrike">
              <a:solidFill>
                <a:schemeClr val="dk1">
                  <a:lumMod val="75000"/>
                  <a:lumOff val="25000"/>
                </a:schemeClr>
              </a:solidFill>
              <a:latin typeface="Trebuchet MS"/>
            </a:endParaRPr>
          </a:p>
        </p:txBody>
      </p:sp>
      <p:pic>
        <p:nvPicPr>
          <p:cNvPr id="369" name="Picture 3" descr="A screenshot of a computer code&#10;&#10;AI-generated content may be incorrect."/>
          <p:cNvPicPr/>
          <p:nvPr/>
        </p:nvPicPr>
        <p:blipFill>
          <a:blip r:embed="rId1"/>
          <a:stretch/>
        </p:blipFill>
        <p:spPr>
          <a:xfrm>
            <a:off x="4084200" y="1274400"/>
            <a:ext cx="7991280" cy="5229000"/>
          </a:xfrm>
          <a:prstGeom prst="rect">
            <a:avLst/>
          </a:prstGeom>
          <a:ln cap="sq" w="38100">
            <a:solidFill>
              <a:srgbClr val="000000"/>
            </a:solidFill>
            <a:miter/>
          </a:ln>
          <a:effectLst>
            <a:outerShdw algn="tl" blurRad="50760" dir="2700000" dist="37674" rotWithShape="0">
              <a:srgbClr val="000000">
                <a:alpha val="43000"/>
              </a:srgbClr>
            </a:outerShdw>
          </a:effectLst>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About Models</a:t>
            </a:r>
            <a:endParaRPr b="0" lang="en-US" sz="3600" spc="-1" strike="noStrike">
              <a:solidFill>
                <a:schemeClr val="dk1"/>
              </a:solidFill>
              <a:latin typeface="Trebuchet MS"/>
            </a:endParaRPr>
          </a:p>
        </p:txBody>
      </p:sp>
      <p:sp>
        <p:nvSpPr>
          <p:cNvPr id="371" name="PlaceHolder 2"/>
          <p:cNvSpPr>
            <a:spLocks noGrp="1"/>
          </p:cNvSpPr>
          <p:nvPr>
            <p:ph/>
          </p:nvPr>
        </p:nvSpPr>
        <p:spPr>
          <a:xfrm>
            <a:off x="202320" y="1715400"/>
            <a:ext cx="8596440" cy="460296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5fcbef"/>
              </a:buClr>
              <a:buSzPct val="80000"/>
              <a:buFont typeface="Wingdings 3" charset="2"/>
              <a:buChar char=""/>
            </a:pPr>
            <a:r>
              <a:rPr b="1" lang="en-US" sz="1400" spc="-1" strike="noStrike">
                <a:solidFill>
                  <a:schemeClr val="dk1"/>
                </a:solidFill>
                <a:latin typeface="monospace"/>
              </a:rPr>
              <a:t>KNeighborsClassifier</a:t>
            </a:r>
            <a:r>
              <a:rPr b="1" lang="en-US" sz="1400" spc="-1" strike="noStrike">
                <a:solidFill>
                  <a:schemeClr val="dk1"/>
                </a:solidFill>
                <a:latin typeface="monospace"/>
                <a:ea typeface="Trebuchet MS"/>
              </a:rPr>
              <a:t>(n_neighbors=3)</a:t>
            </a:r>
            <a:r>
              <a:rPr b="1" lang="en-US" sz="1400" spc="-1" strike="noStrike">
                <a:solidFill>
                  <a:schemeClr val="dk1"/>
                </a:solidFill>
                <a:latin typeface="Trebuchet MS"/>
                <a:ea typeface="Trebuchet MS"/>
              </a:rPr>
              <a:t> (KNN)</a:t>
            </a:r>
            <a:r>
              <a:rPr b="0" lang="en-US" sz="1400" spc="-1" strike="noStrike">
                <a:solidFill>
                  <a:schemeClr val="dk1"/>
                </a:solidFill>
                <a:latin typeface="Trebuchet MS"/>
                <a:ea typeface="Trebuchet MS"/>
              </a:rPr>
              <a:t>: This is an instance-based, non-parametric classifier. It classifies a data point based on the majority class among its 'k' nearest neighbors in the training data. </a:t>
            </a:r>
            <a:endParaRPr b="0" lang="en-US" sz="14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Courier New" charset="2"/>
              <a:buChar char=""/>
            </a:pPr>
            <a:r>
              <a:rPr b="0" lang="en-US" sz="1200" spc="-1" strike="noStrike">
                <a:solidFill>
                  <a:schemeClr val="dk1"/>
                </a:solidFill>
                <a:latin typeface="Trebuchet MS"/>
                <a:ea typeface="Trebuchet MS"/>
              </a:rPr>
              <a:t>Here, </a:t>
            </a:r>
            <a:r>
              <a:rPr b="0" lang="en-US" sz="1200" spc="-1" strike="noStrike">
                <a:solidFill>
                  <a:schemeClr val="dk1"/>
                </a:solidFill>
                <a:latin typeface="monospace"/>
                <a:ea typeface="Trebuchet MS"/>
              </a:rPr>
              <a:t>n_neighbors=3</a:t>
            </a:r>
            <a:r>
              <a:rPr b="0" lang="en-US" sz="1200" spc="-1" strike="noStrike">
                <a:solidFill>
                  <a:schemeClr val="dk1"/>
                </a:solidFill>
                <a:latin typeface="Trebuchet MS"/>
                <a:ea typeface="Trebuchet MS"/>
              </a:rPr>
              <a:t> means it considers the 3 closest data points.</a:t>
            </a:r>
            <a:endParaRPr b="0" lang="en-US" sz="1200" spc="-1" strike="noStrike">
              <a:solidFill>
                <a:schemeClr val="dk1">
                  <a:lumMod val="75000"/>
                  <a:lumOff val="25000"/>
                </a:schemeClr>
              </a:solidFill>
              <a:latin typeface="Trebuchet MS"/>
            </a:endParaRPr>
          </a:p>
          <a:p>
            <a:pPr marL="343080" indent="-343080" defTabSz="457200">
              <a:lnSpc>
                <a:spcPct val="100000"/>
              </a:lnSpc>
              <a:spcBef>
                <a:spcPts val="1001"/>
              </a:spcBef>
              <a:buClr>
                <a:srgbClr val="5fcbef"/>
              </a:buClr>
              <a:buSzPct val="80000"/>
              <a:buFont typeface="Wingdings 3" charset="2"/>
              <a:buChar char=""/>
            </a:pPr>
            <a:r>
              <a:rPr b="1" lang="en-US" sz="1400" spc="-1" strike="noStrike">
                <a:solidFill>
                  <a:schemeClr val="dk1"/>
                </a:solidFill>
                <a:latin typeface="monospace"/>
                <a:ea typeface="Trebuchet MS"/>
              </a:rPr>
              <a:t>DecisionTreeClassifier(random_state=42)</a:t>
            </a:r>
            <a:r>
              <a:rPr b="1" lang="en-US" sz="1400" spc="-1" strike="noStrike">
                <a:solidFill>
                  <a:schemeClr val="dk1"/>
                </a:solidFill>
                <a:latin typeface="Trebuchet MS"/>
                <a:ea typeface="Trebuchet MS"/>
              </a:rPr>
              <a:t> (Decision Tree)</a:t>
            </a:r>
            <a:r>
              <a:rPr b="0" lang="en-US" sz="1400" spc="-1" strike="noStrike">
                <a:solidFill>
                  <a:schemeClr val="dk1"/>
                </a:solidFill>
                <a:latin typeface="Trebuchet MS"/>
                <a:ea typeface="Trebuchet MS"/>
              </a:rPr>
              <a:t>: A tree-like model that makes decisions by splitting data based on feature values. </a:t>
            </a:r>
            <a:endParaRPr b="0" lang="en-US" sz="14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Courier New" charset="2"/>
              <a:buChar char=""/>
            </a:pPr>
            <a:r>
              <a:rPr b="0" lang="en-US" sz="1200" spc="-1" strike="noStrike">
                <a:solidFill>
                  <a:schemeClr val="dk1"/>
                </a:solidFill>
                <a:latin typeface="monospace"/>
                <a:ea typeface="Trebuchet MS"/>
              </a:rPr>
              <a:t>random_state=42</a:t>
            </a:r>
            <a:r>
              <a:rPr b="0" lang="en-US" sz="1200" spc="-1" strike="noStrike">
                <a:solidFill>
                  <a:schemeClr val="dk1"/>
                </a:solidFill>
                <a:latin typeface="Trebuchet MS"/>
                <a:ea typeface="Trebuchet MS"/>
              </a:rPr>
              <a:t> ensures reproducibility in the tree-building process.</a:t>
            </a:r>
            <a:endParaRPr b="0" lang="en-US" sz="1200" spc="-1" strike="noStrike">
              <a:solidFill>
                <a:schemeClr val="dk1">
                  <a:lumMod val="75000"/>
                  <a:lumOff val="25000"/>
                </a:schemeClr>
              </a:solidFill>
              <a:latin typeface="Trebuchet MS"/>
            </a:endParaRPr>
          </a:p>
          <a:p>
            <a:pPr marL="343080" indent="-343080" defTabSz="457200">
              <a:lnSpc>
                <a:spcPct val="100000"/>
              </a:lnSpc>
              <a:spcBef>
                <a:spcPts val="1001"/>
              </a:spcBef>
              <a:buClr>
                <a:srgbClr val="5fcbef"/>
              </a:buClr>
              <a:buSzPct val="80000"/>
              <a:buFont typeface="Wingdings 3" charset="2"/>
              <a:buChar char=""/>
            </a:pPr>
            <a:r>
              <a:rPr b="1" lang="en-US" sz="1400" spc="-1" strike="noStrike">
                <a:solidFill>
                  <a:schemeClr val="dk1"/>
                </a:solidFill>
                <a:latin typeface="monospace"/>
                <a:ea typeface="Trebuchet MS"/>
              </a:rPr>
              <a:t>GaussianNB()</a:t>
            </a:r>
            <a:r>
              <a:rPr b="1" lang="en-US" sz="1400" spc="-1" strike="noStrike">
                <a:solidFill>
                  <a:schemeClr val="dk1"/>
                </a:solidFill>
                <a:latin typeface="Trebuchet MS"/>
                <a:ea typeface="Trebuchet MS"/>
              </a:rPr>
              <a:t> (Naive Bayes)</a:t>
            </a:r>
            <a:r>
              <a:rPr b="0" lang="en-US" sz="1400" spc="-1" strike="noStrike">
                <a:solidFill>
                  <a:schemeClr val="dk1"/>
                </a:solidFill>
                <a:latin typeface="Trebuchet MS"/>
                <a:ea typeface="Trebuchet MS"/>
              </a:rPr>
              <a:t>: A probabilistic classifier based on Bayes' theorem, assuming features are conditionally independent given the class. Gaussian refers to the assumption that continuous features follow a Gaussian (normal) distribution.</a:t>
            </a:r>
            <a:endParaRPr b="0" lang="en-US" sz="1400" spc="-1" strike="noStrike">
              <a:solidFill>
                <a:schemeClr val="dk1">
                  <a:lumMod val="75000"/>
                  <a:lumOff val="25000"/>
                </a:schemeClr>
              </a:solidFill>
              <a:latin typeface="Trebuchet MS"/>
            </a:endParaRPr>
          </a:p>
          <a:p>
            <a:pPr indent="0" defTabSz="457200">
              <a:lnSpc>
                <a:spcPct val="100000"/>
              </a:lnSpc>
              <a:spcBef>
                <a:spcPts val="1001"/>
              </a:spcBef>
              <a:buNone/>
            </a:pPr>
            <a:endParaRPr b="0" lang="en-US" sz="1100" spc="-1" strike="noStrike">
              <a:solidFill>
                <a:schemeClr val="dk1">
                  <a:lumMod val="75000"/>
                  <a:lumOff val="25000"/>
                </a:schemeClr>
              </a:solidFill>
              <a:latin typeface="Trebuchet MS"/>
            </a:endParaRPr>
          </a:p>
          <a:p>
            <a:pPr indent="0" defTabSz="457200">
              <a:lnSpc>
                <a:spcPct val="100000"/>
              </a:lnSpc>
              <a:spcBef>
                <a:spcPts val="1001"/>
              </a:spcBef>
              <a:buNone/>
            </a:pPr>
            <a:endParaRPr b="0" lang="en-US" sz="1800" spc="-1" strike="noStrike">
              <a:solidFill>
                <a:schemeClr val="dk1">
                  <a:lumMod val="75000"/>
                  <a:lumOff val="25000"/>
                </a:schemeClr>
              </a:solidFill>
              <a:latin typeface="Trebuchet MS"/>
            </a:endParaRPr>
          </a:p>
        </p:txBody>
      </p:sp>
      <p:pic>
        <p:nvPicPr>
          <p:cNvPr id="372" name="Picture 3" descr="A diagram of different colored shapes&#10;&#10;AI-generated content may be incorrect."/>
          <p:cNvPicPr/>
          <p:nvPr/>
        </p:nvPicPr>
        <p:blipFill>
          <a:blip r:embed="rId1"/>
          <a:stretch/>
        </p:blipFill>
        <p:spPr>
          <a:xfrm>
            <a:off x="9077760" y="1271880"/>
            <a:ext cx="2438280" cy="2075760"/>
          </a:xfrm>
          <a:prstGeom prst="rect">
            <a:avLst/>
          </a:prstGeom>
          <a:ln w="0">
            <a:noFill/>
          </a:ln>
        </p:spPr>
      </p:pic>
      <p:pic>
        <p:nvPicPr>
          <p:cNvPr id="373" name="Picture 4" descr="A diagram of a decision tree&#10;&#10;AI-generated content may be incorrect."/>
          <p:cNvPicPr/>
          <p:nvPr/>
        </p:nvPicPr>
        <p:blipFill>
          <a:blip r:embed="rId2"/>
          <a:stretch/>
        </p:blipFill>
        <p:spPr>
          <a:xfrm>
            <a:off x="9074160" y="4017240"/>
            <a:ext cx="2682720" cy="1807200"/>
          </a:xfrm>
          <a:prstGeom prst="rect">
            <a:avLst/>
          </a:prstGeom>
          <a:ln w="0">
            <a:noFill/>
          </a:ln>
        </p:spPr>
      </p:pic>
      <p:pic>
        <p:nvPicPr>
          <p:cNvPr id="374" name="Picture 6" descr="A diagram of a normal distribution&#10;&#10;AI-generated content may be incorrect."/>
          <p:cNvPicPr/>
          <p:nvPr/>
        </p:nvPicPr>
        <p:blipFill>
          <a:blip r:embed="rId3"/>
          <a:stretch/>
        </p:blipFill>
        <p:spPr>
          <a:xfrm>
            <a:off x="813960" y="4750200"/>
            <a:ext cx="3186360" cy="1800720"/>
          </a:xfrm>
          <a:prstGeom prst="rect">
            <a:avLst/>
          </a:prstGeom>
          <a:ln w="0">
            <a:noFill/>
          </a:ln>
        </p:spPr>
      </p:pic>
      <p:pic>
        <p:nvPicPr>
          <p:cNvPr id="375" name="Picture 5" descr="Boxplot graphs for Gaussian Naive Bayes example."/>
          <p:cNvPicPr/>
          <p:nvPr/>
        </p:nvPicPr>
        <p:blipFill>
          <a:blip r:embed="rId4"/>
          <a:stretch/>
        </p:blipFill>
        <p:spPr>
          <a:xfrm>
            <a:off x="4506840" y="4662360"/>
            <a:ext cx="3772080" cy="188748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 name="PlaceHolder 1"/>
          <p:cNvSpPr>
            <a:spLocks noGrp="1"/>
          </p:cNvSpPr>
          <p:nvPr>
            <p:ph/>
          </p:nvPr>
        </p:nvSpPr>
        <p:spPr>
          <a:xfrm>
            <a:off x="241920" y="923400"/>
            <a:ext cx="5855040" cy="388044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5fcbef"/>
              </a:buClr>
              <a:buSzPct val="80000"/>
              <a:buFont typeface="Calibri" charset="2"/>
              <a:buChar char=""/>
            </a:pPr>
            <a:r>
              <a:rPr b="1" lang="en-US" sz="1400" spc="-1" strike="noStrike">
                <a:solidFill>
                  <a:schemeClr val="dk1"/>
                </a:solidFill>
                <a:latin typeface="monospace"/>
              </a:rPr>
              <a:t>MLPClassifier(random_state=42, max_iter=200)</a:t>
            </a:r>
            <a:r>
              <a:rPr b="1" lang="en-US" sz="1400" spc="-1" strike="noStrike">
                <a:solidFill>
                  <a:schemeClr val="dk1"/>
                </a:solidFill>
                <a:latin typeface="Trebuchet MS"/>
              </a:rPr>
              <a:t> (MLP)</a:t>
            </a:r>
            <a:r>
              <a:rPr b="0" lang="en-US" sz="1400" spc="-1" strike="noStrike">
                <a:solidFill>
                  <a:schemeClr val="dk1"/>
                </a:solidFill>
                <a:latin typeface="Trebuchet MS"/>
              </a:rPr>
              <a:t>: A Multi-Layer Perceptron, which is a basic feedforward artificial neural network. It has an input layer, one or more hidden layers, and an output layer. </a:t>
            </a:r>
            <a:r>
              <a:rPr b="0" lang="en-US" sz="1400" spc="-1" strike="noStrike">
                <a:solidFill>
                  <a:schemeClr val="dk1"/>
                </a:solidFill>
                <a:latin typeface="monospace"/>
              </a:rPr>
              <a:t>max_iter=200</a:t>
            </a:r>
            <a:r>
              <a:rPr b="0" lang="en-US" sz="1400" spc="-1" strike="noStrike">
                <a:solidFill>
                  <a:schemeClr val="dk1"/>
                </a:solidFill>
                <a:latin typeface="Trebuchet MS"/>
              </a:rPr>
              <a:t> sets the maximum number of iterations (epochs) for the solver to converge, and </a:t>
            </a:r>
            <a:r>
              <a:rPr b="0" lang="en-US" sz="1400" spc="-1" strike="noStrike">
                <a:solidFill>
                  <a:schemeClr val="dk1"/>
                </a:solidFill>
                <a:latin typeface="monospace"/>
              </a:rPr>
              <a:t>random_state=42</a:t>
            </a:r>
            <a:r>
              <a:rPr b="0" lang="en-US" sz="1400" spc="-1" strike="noStrike">
                <a:solidFill>
                  <a:schemeClr val="dk1"/>
                </a:solidFill>
                <a:latin typeface="Trebuchet MS"/>
              </a:rPr>
              <a:t> ensures reproducible weight initialization</a:t>
            </a:r>
            <a:r>
              <a:rPr b="0" lang="en-US" sz="1100" spc="-1" strike="noStrike">
                <a:solidFill>
                  <a:schemeClr val="dk1"/>
                </a:solidFill>
                <a:latin typeface="Trebuchet MS"/>
              </a:rPr>
              <a:t>.</a:t>
            </a:r>
            <a:endParaRPr b="0" lang="en-US" sz="1100" spc="-1" strike="noStrike">
              <a:solidFill>
                <a:schemeClr val="dk1">
                  <a:lumMod val="75000"/>
                  <a:lumOff val="25000"/>
                </a:schemeClr>
              </a:solidFill>
              <a:latin typeface="Trebuchet MS"/>
            </a:endParaRPr>
          </a:p>
          <a:p>
            <a:pPr indent="0" defTabSz="457200">
              <a:lnSpc>
                <a:spcPct val="100000"/>
              </a:lnSpc>
              <a:spcBef>
                <a:spcPts val="1001"/>
              </a:spcBef>
              <a:buNone/>
            </a:pPr>
            <a:endParaRPr b="0" lang="en-US" sz="1100" spc="-1" strike="noStrike">
              <a:solidFill>
                <a:schemeClr val="dk1">
                  <a:lumMod val="75000"/>
                  <a:lumOff val="25000"/>
                </a:schemeClr>
              </a:solidFill>
              <a:latin typeface="Trebuchet MS"/>
            </a:endParaRPr>
          </a:p>
          <a:p>
            <a:pPr marL="343080" indent="-343080" defTabSz="457200">
              <a:lnSpc>
                <a:spcPct val="100000"/>
              </a:lnSpc>
              <a:spcBef>
                <a:spcPts val="1001"/>
              </a:spcBef>
              <a:buClr>
                <a:srgbClr val="5fcbef"/>
              </a:buClr>
              <a:buSzPct val="80000"/>
              <a:buFont typeface="Calibri" charset="2"/>
              <a:buChar char=""/>
            </a:pPr>
            <a:r>
              <a:rPr b="1" lang="en-US" sz="1400" spc="-1" strike="noStrike">
                <a:solidFill>
                  <a:schemeClr val="dk1"/>
                </a:solidFill>
                <a:latin typeface="monospace"/>
              </a:rPr>
              <a:t>CNN</a:t>
            </a:r>
            <a:r>
              <a:rPr b="0" lang="en-US" sz="1400" spc="-1" strike="noStrike">
                <a:solidFill>
                  <a:schemeClr val="dk1"/>
                </a:solidFill>
                <a:latin typeface="Trebuchet MS"/>
              </a:rPr>
              <a:t>: Convolutional Neural Networks, </a:t>
            </a:r>
            <a:endParaRPr b="0" lang="en-US" sz="1400" spc="-1" strike="noStrike">
              <a:solidFill>
                <a:schemeClr val="dk1">
                  <a:lumMod val="75000"/>
                  <a:lumOff val="25000"/>
                </a:schemeClr>
              </a:solidFill>
              <a:latin typeface="Trebuchet MS"/>
            </a:endParaRPr>
          </a:p>
          <a:p>
            <a:pPr indent="0" defTabSz="457200">
              <a:lnSpc>
                <a:spcPct val="100000"/>
              </a:lnSpc>
              <a:spcBef>
                <a:spcPts val="1001"/>
              </a:spcBef>
              <a:buNone/>
            </a:pPr>
            <a:endParaRPr b="0" lang="en-US" sz="1100" spc="-1" strike="noStrike">
              <a:solidFill>
                <a:schemeClr val="dk1">
                  <a:lumMod val="75000"/>
                  <a:lumOff val="25000"/>
                </a:schemeClr>
              </a:solidFill>
              <a:latin typeface="Trebuchet MS"/>
            </a:endParaRPr>
          </a:p>
        </p:txBody>
      </p:sp>
      <p:pic>
        <p:nvPicPr>
          <p:cNvPr id="377" name="Picture 3" descr="A diagram of a network&#10;&#10;AI-generated content may be incorrect."/>
          <p:cNvPicPr/>
          <p:nvPr/>
        </p:nvPicPr>
        <p:blipFill>
          <a:blip r:embed="rId1"/>
          <a:stretch/>
        </p:blipFill>
        <p:spPr>
          <a:xfrm>
            <a:off x="6768360" y="634320"/>
            <a:ext cx="4315680" cy="2462040"/>
          </a:xfrm>
          <a:prstGeom prst="rect">
            <a:avLst/>
          </a:prstGeom>
          <a:ln w="0">
            <a:noFill/>
          </a:ln>
        </p:spPr>
      </p:pic>
      <p:pic>
        <p:nvPicPr>
          <p:cNvPr id="378" name="Picture 4" descr="A diagram of a network&#10;&#10;AI-generated content may be incorrect."/>
          <p:cNvPicPr/>
          <p:nvPr/>
        </p:nvPicPr>
        <p:blipFill>
          <a:blip r:embed="rId2"/>
          <a:stretch/>
        </p:blipFill>
        <p:spPr>
          <a:xfrm>
            <a:off x="623520" y="3433680"/>
            <a:ext cx="6363000" cy="299844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PlaceHolder 1"/>
          <p:cNvSpPr>
            <a:spLocks noGrp="1"/>
          </p:cNvSpPr>
          <p:nvPr>
            <p:ph type="title"/>
          </p:nvPr>
        </p:nvSpPr>
        <p:spPr>
          <a:xfrm>
            <a:off x="677160" y="15444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What is Prediction change and Model's confidence in prediction?  </a:t>
            </a:r>
            <a:endParaRPr b="0" lang="en-US" sz="3600" spc="-1" strike="noStrike">
              <a:solidFill>
                <a:schemeClr val="dk1"/>
              </a:solidFill>
              <a:latin typeface="Trebuchet MS"/>
            </a:endParaRPr>
          </a:p>
        </p:txBody>
      </p:sp>
      <p:sp>
        <p:nvSpPr>
          <p:cNvPr id="380" name="PlaceHolder 2"/>
          <p:cNvSpPr>
            <a:spLocks noGrp="1"/>
          </p:cNvSpPr>
          <p:nvPr>
            <p:ph/>
          </p:nvPr>
        </p:nvSpPr>
        <p:spPr>
          <a:xfrm>
            <a:off x="677160" y="1596600"/>
            <a:ext cx="7062480" cy="493920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5fcbef"/>
              </a:buClr>
              <a:buSzPct val="80000"/>
              <a:buFont typeface="Wingdings 3" charset="2"/>
              <a:buChar char=""/>
            </a:pPr>
            <a:r>
              <a:rPr b="0" lang="en-US" sz="2900" spc="-1" strike="noStrike">
                <a:solidFill>
                  <a:schemeClr val="dk1">
                    <a:lumMod val="75000"/>
                    <a:lumOff val="25000"/>
                  </a:schemeClr>
                </a:solidFill>
                <a:latin typeface="Calibri"/>
                <a:ea typeface="Trebuchet MS"/>
              </a:rPr>
              <a:t> </a:t>
            </a:r>
            <a:r>
              <a:rPr b="1" lang="en-US" sz="2900" spc="-1" strike="noStrike">
                <a:solidFill>
                  <a:schemeClr val="dk1">
                    <a:lumMod val="75000"/>
                    <a:lumOff val="25000"/>
                  </a:schemeClr>
                </a:solidFill>
                <a:latin typeface="Calibri"/>
                <a:ea typeface="Trebuchet MS"/>
              </a:rPr>
              <a:t>model's confidence in prediction</a:t>
            </a:r>
            <a:endParaRPr b="0" lang="en-US" sz="29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Courier New" charset="2"/>
              <a:buChar char=""/>
            </a:pPr>
            <a:r>
              <a:rPr b="0" lang="en-US" sz="1900" spc="-1" strike="noStrike">
                <a:solidFill>
                  <a:schemeClr val="dk1">
                    <a:lumMod val="75000"/>
                    <a:lumOff val="25000"/>
                  </a:schemeClr>
                </a:solidFill>
                <a:latin typeface="Calibri"/>
                <a:ea typeface="Trebuchet MS"/>
              </a:rPr>
              <a:t> </a:t>
            </a:r>
            <a:r>
              <a:rPr b="0" lang="en-US" sz="1900" spc="-1" strike="noStrike">
                <a:solidFill>
                  <a:schemeClr val="dk1">
                    <a:lumMod val="75000"/>
                    <a:lumOff val="25000"/>
                  </a:schemeClr>
                </a:solidFill>
                <a:latin typeface="Calibri"/>
                <a:ea typeface="Trebuchet MS"/>
              </a:rPr>
              <a:t>the </a:t>
            </a:r>
            <a:r>
              <a:rPr b="0" i="1" lang="en-US" sz="1900" spc="-1" strike="noStrike">
                <a:solidFill>
                  <a:schemeClr val="dk1">
                    <a:lumMod val="75000"/>
                    <a:lumOff val="25000"/>
                  </a:schemeClr>
                </a:solidFill>
                <a:latin typeface="Calibri"/>
                <a:ea typeface="Trebuchet MS"/>
              </a:rPr>
              <a:t>probability score</a:t>
            </a:r>
            <a:r>
              <a:rPr b="0" lang="en-US" sz="1900" spc="-1" strike="noStrike">
                <a:solidFill>
                  <a:schemeClr val="dk1">
                    <a:lumMod val="75000"/>
                    <a:lumOff val="25000"/>
                  </a:schemeClr>
                </a:solidFill>
                <a:latin typeface="Calibri"/>
                <a:ea typeface="Trebuchet MS"/>
              </a:rPr>
              <a:t> that the model assigns to the class it ultimately predicts.</a:t>
            </a:r>
            <a:endParaRPr b="0" lang="en-US" sz="19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Courier New" charset="2"/>
              <a:buChar char=""/>
            </a:pPr>
            <a:r>
              <a:rPr b="0" lang="en-US" sz="1900" spc="-1" strike="noStrike">
                <a:solidFill>
                  <a:schemeClr val="dk1">
                    <a:lumMod val="75000"/>
                    <a:lumOff val="25000"/>
                  </a:schemeClr>
                </a:solidFill>
                <a:latin typeface="Calibri"/>
                <a:ea typeface="Trebuchet MS"/>
              </a:rPr>
              <a:t>Classification models like the CNN, KNN, MLP, and Naive Bayes, output a probability distribution over all possible classes </a:t>
            </a:r>
            <a:endParaRPr b="0" lang="en-US" sz="19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Courier New" charset="2"/>
              <a:buChar char=""/>
            </a:pPr>
            <a:r>
              <a:rPr b="0" lang="en-US" sz="1900" spc="-1" strike="noStrike">
                <a:solidFill>
                  <a:schemeClr val="dk1">
                    <a:lumMod val="75000"/>
                    <a:lumOff val="25000"/>
                  </a:schemeClr>
                </a:solidFill>
                <a:latin typeface="Calibri"/>
                <a:ea typeface="Trebuchet MS"/>
              </a:rPr>
              <a:t>(e.g., '90% sure it's a 5, 5% sure it's a 3, 3% sure it's an 8, etc.').</a:t>
            </a:r>
            <a:endParaRPr b="0" lang="en-US" sz="19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Courier New" charset="2"/>
              <a:buChar char=""/>
            </a:pPr>
            <a:r>
              <a:rPr b="0" lang="en-US" sz="1900" spc="-1" strike="noStrike">
                <a:solidFill>
                  <a:schemeClr val="dk1">
                    <a:lumMod val="75000"/>
                    <a:lumOff val="25000"/>
                  </a:schemeClr>
                </a:solidFill>
                <a:latin typeface="Calibri"/>
                <a:ea typeface="Trebuchet MS"/>
              </a:rPr>
              <a:t> </a:t>
            </a:r>
            <a:r>
              <a:rPr b="0" lang="en-US" sz="1900" spc="-1" strike="noStrike">
                <a:solidFill>
                  <a:schemeClr val="dk1">
                    <a:lumMod val="75000"/>
                    <a:lumOff val="25000"/>
                  </a:schemeClr>
                </a:solidFill>
                <a:latin typeface="Calibri"/>
                <a:ea typeface="Trebuchet MS"/>
              </a:rPr>
              <a:t>The 'confidence' is simply the highest probability in this distribution, corresponding to the class the model predicts.</a:t>
            </a:r>
            <a:endParaRPr b="0" lang="en-US" sz="1900" spc="-1" strike="noStrike">
              <a:solidFill>
                <a:schemeClr val="dk1">
                  <a:lumMod val="75000"/>
                  <a:lumOff val="25000"/>
                </a:schemeClr>
              </a:solidFill>
              <a:latin typeface="Trebuchet MS"/>
            </a:endParaRPr>
          </a:p>
        </p:txBody>
      </p:sp>
      <p:sp>
        <p:nvSpPr>
          <p:cNvPr id="381" name="TextBox 3"/>
          <p:cNvSpPr/>
          <p:nvPr/>
        </p:nvSpPr>
        <p:spPr>
          <a:xfrm>
            <a:off x="544320" y="5180760"/>
            <a:ext cx="7530480" cy="118836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b="0" lang="en-US" sz="1800" spc="-1" strike="noStrike">
                <a:solidFill>
                  <a:srgbClr val="000000"/>
                </a:solidFill>
                <a:latin typeface="Google Sans"/>
                <a:ea typeface="Google Sans"/>
              </a:rPr>
              <a:t>In Scikit-learn, the </a:t>
            </a:r>
            <a:r>
              <a:rPr b="1" lang="en-US" sz="1800" spc="-1" strike="noStrike">
                <a:solidFill>
                  <a:srgbClr val="002060"/>
                </a:solidFill>
                <a:latin typeface="Consolas"/>
                <a:ea typeface="Trebuchet MS"/>
              </a:rPr>
              <a:t>predict_proba()</a:t>
            </a:r>
            <a:r>
              <a:rPr b="0" lang="en-US" sz="1800" spc="-1" strike="noStrike">
                <a:solidFill>
                  <a:srgbClr val="c00000"/>
                </a:solidFill>
                <a:latin typeface="Google Sans"/>
                <a:ea typeface="Google Sans"/>
              </a:rPr>
              <a:t> </a:t>
            </a:r>
            <a:r>
              <a:rPr b="0" lang="en-US" sz="1800" spc="-1" strike="noStrike">
                <a:solidFill>
                  <a:srgbClr val="000000"/>
                </a:solidFill>
                <a:latin typeface="Google Sans"/>
                <a:ea typeface="Google Sans"/>
              </a:rPr>
              <a:t>method is a function available in certain classification estimators that returns probability estimates for each class for a given input.</a:t>
            </a:r>
            <a:endParaRPr b="0" lang="en-IN" sz="1800" spc="-1" strike="noStrike">
              <a:solidFill>
                <a:srgbClr val="000000"/>
              </a:solidFill>
              <a:latin typeface="Arial"/>
            </a:endParaRPr>
          </a:p>
          <a:p>
            <a:pPr algn="ctr" defTabSz="914400">
              <a:lnSpc>
                <a:spcPct val="100000"/>
              </a:lnSpc>
            </a:pPr>
            <a:endParaRPr b="0" lang="en-IN" sz="1800" spc="-1" strike="noStrike">
              <a:solidFill>
                <a:srgbClr val="000000"/>
              </a:solidFill>
              <a:latin typeface="Arial"/>
            </a:endParaRPr>
          </a:p>
        </p:txBody>
      </p:sp>
      <p:pic>
        <p:nvPicPr>
          <p:cNvPr id="382" name="Picture 4" descr="A screenshot of a computer&#10;&#10;AI-generated content may be incorrect."/>
          <p:cNvPicPr/>
          <p:nvPr/>
        </p:nvPicPr>
        <p:blipFill>
          <a:blip r:embed="rId1"/>
          <a:stretch/>
        </p:blipFill>
        <p:spPr>
          <a:xfrm>
            <a:off x="8221680" y="811800"/>
            <a:ext cx="3902400" cy="571860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3" name="Picture 6" descr="A diagram of a graph&#10;&#10;AI-generated content may be incorrect."/>
          <p:cNvPicPr/>
          <p:nvPr/>
        </p:nvPicPr>
        <p:blipFill>
          <a:blip r:embed="rId1"/>
          <a:stretch/>
        </p:blipFill>
        <p:spPr>
          <a:xfrm>
            <a:off x="158040" y="360"/>
            <a:ext cx="5492520" cy="4284000"/>
          </a:xfrm>
          <a:prstGeom prst="rect">
            <a:avLst/>
          </a:prstGeom>
          <a:ln w="0">
            <a:noFill/>
          </a:ln>
        </p:spPr>
      </p:pic>
      <p:pic>
        <p:nvPicPr>
          <p:cNvPr id="384" name="Picture 7" descr="A diagram of a diagram of a person&amp;#39;s face&#10;&#10;AI-generated content may be incorrect."/>
          <p:cNvPicPr/>
          <p:nvPr/>
        </p:nvPicPr>
        <p:blipFill>
          <a:blip r:embed="rId2"/>
          <a:stretch/>
        </p:blipFill>
        <p:spPr>
          <a:xfrm>
            <a:off x="5650560" y="4320"/>
            <a:ext cx="6848280" cy="4038120"/>
          </a:xfrm>
          <a:prstGeom prst="rect">
            <a:avLst/>
          </a:prstGeom>
          <a:ln w="0">
            <a:noFill/>
          </a:ln>
        </p:spPr>
      </p:pic>
      <p:sp>
        <p:nvSpPr>
          <p:cNvPr id="385" name="TextBox 3"/>
          <p:cNvSpPr/>
          <p:nvPr/>
        </p:nvSpPr>
        <p:spPr>
          <a:xfrm>
            <a:off x="336600" y="4290120"/>
            <a:ext cx="10004760" cy="3290040"/>
          </a:xfrm>
          <a:prstGeom prst="rect">
            <a:avLst/>
          </a:prstGeom>
          <a:noFill/>
          <a:ln w="0">
            <a:noFill/>
          </a:ln>
        </p:spPr>
        <p:style>
          <a:lnRef idx="0"/>
          <a:fillRef idx="0"/>
          <a:effectRef idx="0"/>
          <a:fontRef idx="minor"/>
        </p:style>
        <p:txBody>
          <a:bodyPr numCol="1" spcCol="0" horzOverflow="overflow" anchor="t">
            <a:spAutoFit/>
          </a:bodyPr>
          <a:p>
            <a:pPr marL="228600" indent="-228600" defTabSz="914400">
              <a:lnSpc>
                <a:spcPct val="100000"/>
              </a:lnSpc>
              <a:buClr>
                <a:srgbClr val="404040"/>
              </a:buClr>
              <a:buFont typeface="Symbol" charset="2"/>
              <a:buChar char=""/>
            </a:pPr>
            <a:r>
              <a:rPr b="1" lang="en-US" sz="1600" spc="-1" strike="noStrike">
                <a:solidFill>
                  <a:srgbClr val="404040"/>
                </a:solidFill>
                <a:latin typeface="Calibri"/>
                <a:ea typeface="Arial"/>
              </a:rPr>
              <a:t>measure prediction change</a:t>
            </a:r>
            <a:r>
              <a:rPr b="0" lang="en-US" sz="1600" spc="-1" strike="noStrike">
                <a:solidFill>
                  <a:schemeClr val="dk1"/>
                </a:solidFill>
                <a:latin typeface="Calibri"/>
                <a:ea typeface="Arial"/>
              </a:rPr>
              <a:t>​</a:t>
            </a:r>
            <a:endParaRPr b="0" lang="en-IN" sz="1600" spc="-1" strike="noStrike">
              <a:solidFill>
                <a:srgbClr val="000000"/>
              </a:solidFill>
              <a:latin typeface="Arial"/>
            </a:endParaRPr>
          </a:p>
          <a:p>
            <a:pPr defTabSz="914400">
              <a:lnSpc>
                <a:spcPct val="100000"/>
              </a:lnSpc>
            </a:pPr>
            <a:endParaRPr b="0" lang="en-IN" sz="1600" spc="-1" strike="noStrike">
              <a:solidFill>
                <a:srgbClr val="000000"/>
              </a:solidFill>
              <a:latin typeface="Arial"/>
            </a:endParaRPr>
          </a:p>
          <a:p>
            <a:pPr marL="228600" indent="-228600" defTabSz="914400">
              <a:lnSpc>
                <a:spcPct val="100000"/>
              </a:lnSpc>
              <a:buClr>
                <a:srgbClr val="404040"/>
              </a:buClr>
              <a:buFont typeface="Symbol" charset="2"/>
              <a:buChar char=""/>
            </a:pPr>
            <a:r>
              <a:rPr b="1" lang="en-US" sz="1600" spc="-1" strike="noStrike">
                <a:solidFill>
                  <a:srgbClr val="404040"/>
                </a:solidFill>
                <a:latin typeface="Calibri"/>
                <a:ea typeface="Arial"/>
              </a:rPr>
              <a:t>Baseline Prediction:</a:t>
            </a:r>
            <a:r>
              <a:rPr b="0" lang="en-US" sz="1600" spc="-1" strike="noStrike">
                <a:solidFill>
                  <a:srgbClr val="404040"/>
                </a:solidFill>
                <a:latin typeface="Calibri"/>
                <a:ea typeface="Arial"/>
              </a:rPr>
              <a:t> First, we take the </a:t>
            </a:r>
            <a:r>
              <a:rPr b="0" i="1" lang="en-US" sz="1600" spc="-1" strike="noStrike">
                <a:solidFill>
                  <a:srgbClr val="404040"/>
                </a:solidFill>
                <a:latin typeface="Calibri"/>
                <a:ea typeface="Arial"/>
              </a:rPr>
              <a:t>original, unoccluded image</a:t>
            </a:r>
            <a:r>
              <a:rPr b="0" lang="en-US" sz="1600" spc="-1" strike="noStrike">
                <a:solidFill>
                  <a:srgbClr val="404040"/>
                </a:solidFill>
                <a:latin typeface="Calibri"/>
                <a:ea typeface="Arial"/>
              </a:rPr>
              <a:t> and feed it to the model. Weget its prediction (e.g., '5') and its associated confidence (e.g., 90%). </a:t>
            </a:r>
            <a:r>
              <a:rPr b="0" lang="en-US" sz="1600" spc="-1" strike="noStrike">
                <a:solidFill>
                  <a:schemeClr val="dk1"/>
                </a:solidFill>
                <a:latin typeface="Calibri"/>
                <a:ea typeface="Arial"/>
              </a:rPr>
              <a:t>​</a:t>
            </a:r>
            <a:endParaRPr b="0" lang="en-IN" sz="1600" spc="-1" strike="noStrike">
              <a:solidFill>
                <a:srgbClr val="000000"/>
              </a:solidFill>
              <a:latin typeface="Arial"/>
            </a:endParaRPr>
          </a:p>
          <a:p>
            <a:pPr marL="228600" indent="-228600" defTabSz="914400">
              <a:lnSpc>
                <a:spcPct val="100000"/>
              </a:lnSpc>
              <a:buClr>
                <a:srgbClr val="404040"/>
              </a:buClr>
              <a:buFont typeface="Symbol" charset="2"/>
              <a:buChar char=""/>
            </a:pPr>
            <a:r>
              <a:rPr b="1" lang="en-US" sz="1600" spc="-1" strike="noStrike">
                <a:solidFill>
                  <a:srgbClr val="404040"/>
                </a:solidFill>
                <a:latin typeface="Calibri"/>
                <a:ea typeface="Arial"/>
              </a:rPr>
              <a:t>Occluded Prediction:</a:t>
            </a:r>
            <a:r>
              <a:rPr b="0" lang="en-US" sz="1600" spc="-1" strike="noStrike">
                <a:solidFill>
                  <a:srgbClr val="404040"/>
                </a:solidFill>
                <a:latin typeface="Calibri"/>
                <a:ea typeface="Arial"/>
              </a:rPr>
              <a:t> Next, we take the same image, but we </a:t>
            </a:r>
            <a:r>
              <a:rPr b="0" i="1" lang="en-US" sz="1600" spc="-1" strike="noStrike">
                <a:solidFill>
                  <a:srgbClr val="404040"/>
                </a:solidFill>
                <a:latin typeface="Calibri"/>
                <a:ea typeface="Arial"/>
              </a:rPr>
              <a:t>hide</a:t>
            </a:r>
            <a:r>
              <a:rPr b="0" lang="en-US" sz="1600" spc="-1" strike="noStrike">
                <a:solidFill>
                  <a:srgbClr val="404040"/>
                </a:solidFill>
                <a:latin typeface="Calibri"/>
                <a:ea typeface="Arial"/>
              </a:rPr>
              <a:t> a small patch of it (e.g., replacea 4x4 pixel area with black or white). We then feed this </a:t>
            </a:r>
            <a:r>
              <a:rPr b="0" i="1" lang="en-US" sz="1600" spc="-1" strike="noStrike">
                <a:solidFill>
                  <a:srgbClr val="404040"/>
                </a:solidFill>
                <a:latin typeface="Calibri"/>
                <a:ea typeface="Arial"/>
              </a:rPr>
              <a:t>occluded image</a:t>
            </a:r>
            <a:r>
              <a:rPr b="0" lang="en-US" sz="1600" spc="-1" strike="noStrike">
                <a:solidFill>
                  <a:srgbClr val="404040"/>
                </a:solidFill>
                <a:latin typeface="Calibri"/>
                <a:ea typeface="Arial"/>
              </a:rPr>
              <a:t> to the model again.</a:t>
            </a:r>
            <a:r>
              <a:rPr b="0" lang="en-US" sz="1600" spc="-1" strike="noStrike">
                <a:solidFill>
                  <a:schemeClr val="dk1"/>
                </a:solidFill>
                <a:latin typeface="Calibri"/>
                <a:ea typeface="Arial"/>
              </a:rPr>
              <a:t>​</a:t>
            </a:r>
            <a:endParaRPr b="0" lang="en-IN" sz="1600" spc="-1" strike="noStrike">
              <a:solidFill>
                <a:srgbClr val="000000"/>
              </a:solidFill>
              <a:latin typeface="Arial"/>
            </a:endParaRPr>
          </a:p>
          <a:p>
            <a:pPr marL="228600" indent="-228600" defTabSz="914400">
              <a:lnSpc>
                <a:spcPct val="100000"/>
              </a:lnSpc>
              <a:buClr>
                <a:srgbClr val="404040"/>
              </a:buClr>
              <a:buFont typeface="Symbol" charset="2"/>
              <a:buChar char=""/>
            </a:pPr>
            <a:r>
              <a:rPr b="1" lang="en-US" sz="1600" spc="-1" strike="noStrike">
                <a:solidFill>
                  <a:srgbClr val="404040"/>
                </a:solidFill>
                <a:latin typeface="Calibri"/>
                <a:ea typeface="Arial"/>
              </a:rPr>
              <a:t>Measuring the Drop:</a:t>
            </a:r>
            <a:r>
              <a:rPr b="0" lang="en-US" sz="1600" spc="-1" strike="noStrike">
                <a:solidFill>
                  <a:srgbClr val="404040"/>
                </a:solidFill>
                <a:latin typeface="Calibri"/>
                <a:ea typeface="Arial"/>
              </a:rPr>
              <a:t> We observe the model's new confidence for the </a:t>
            </a:r>
            <a:r>
              <a:rPr b="0" i="1" lang="en-US" sz="1600" spc="-1" strike="noStrike">
                <a:solidFill>
                  <a:srgbClr val="404040"/>
                </a:solidFill>
                <a:latin typeface="Calibri"/>
                <a:ea typeface="Arial"/>
              </a:rPr>
              <a:t>original predicted class</a:t>
            </a:r>
            <a:r>
              <a:rPr b="0" lang="en-US" sz="1600" spc="-1" strike="noStrike">
                <a:solidFill>
                  <a:srgbClr val="404040"/>
                </a:solidFill>
                <a:latin typeface="Calibri"/>
                <a:ea typeface="Arial"/>
              </a:rPr>
              <a:t>. So,if the original predicted class was '5' with 90% confidence, we now check what the model'sconfidence for '5' is with the patch hidden. </a:t>
            </a:r>
            <a:r>
              <a:rPr b="0" lang="en-US" sz="1600" spc="-1" strike="noStrike">
                <a:solidFill>
                  <a:schemeClr val="dk1"/>
                </a:solidFill>
                <a:latin typeface="Calibri"/>
                <a:ea typeface="Arial"/>
              </a:rPr>
              <a:t>​</a:t>
            </a:r>
            <a:endParaRPr b="0" lang="en-IN" sz="1600" spc="-1" strike="noStrike">
              <a:solidFill>
                <a:srgbClr val="000000"/>
              </a:solidFill>
              <a:latin typeface="Arial"/>
            </a:endParaRPr>
          </a:p>
          <a:p>
            <a:pPr defTabSz="914400">
              <a:lnSpc>
                <a:spcPct val="100000"/>
              </a:lnSpc>
            </a:pPr>
            <a:endParaRPr b="0" lang="en-IN" sz="1600" spc="-1" strike="noStrike">
              <a:solidFill>
                <a:srgbClr val="000000"/>
              </a:solidFill>
              <a:latin typeface="Arial"/>
            </a:endParaRPr>
          </a:p>
          <a:p>
            <a:pPr defTabSz="914400">
              <a:lnSpc>
                <a:spcPct val="100000"/>
              </a:lnSpc>
            </a:pPr>
            <a:endParaRPr b="0" lang="en-IN" sz="1600" spc="-1" strike="noStrike">
              <a:solidFill>
                <a:srgbClr val="000000"/>
              </a:solidFill>
              <a:latin typeface="Arial"/>
            </a:endParaRPr>
          </a:p>
          <a:p>
            <a:pPr defTabSz="914400">
              <a:lnSpc>
                <a:spcPct val="100000"/>
              </a:lnSpc>
            </a:pPr>
            <a:endParaRPr b="0" lang="en-IN" sz="1600" spc="-1" strike="noStrike">
              <a:solidFill>
                <a:srgbClr val="000000"/>
              </a:solidFill>
              <a:latin typeface="Arial"/>
            </a:endParaRPr>
          </a:p>
          <a:p>
            <a:pPr algn="ctr" defTabSz="914400">
              <a:lnSpc>
                <a:spcPct val="100000"/>
              </a:lnSpc>
            </a:pP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386" name="Rectangle 28">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Trebuchet MS"/>
            </a:endParaRPr>
          </a:p>
        </p:txBody>
      </p:sp>
      <p:sp>
        <p:nvSpPr>
          <p:cNvPr id="387" name="Rectangle 29">
            <a:extLst>
              <a:ext uri="{C183D7F6-B498-43B3-948B-1728B52AA6E4}">
                <adec:decorative xmlns:adec="http://schemas.microsoft.com/office/drawing/2017/decorative" val="1"/>
              </a:ext>
            </a:extLst>
          </p:cNvPr>
          <p:cNvSpPr/>
          <p:nvPr/>
        </p:nvSpPr>
        <p:spPr>
          <a:xfrm>
            <a:off x="0" y="0"/>
            <a:ext cx="4659840" cy="6857640"/>
          </a:xfrm>
          <a:prstGeom prst="rect">
            <a:avLst/>
          </a:prstGeom>
          <a:solidFill>
            <a:schemeClr val="tx2"/>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914400">
              <a:lnSpc>
                <a:spcPct val="100000"/>
              </a:lnSpc>
            </a:pPr>
            <a:endParaRPr b="0" lang="en-US" sz="1800" spc="-1" strike="noStrike">
              <a:solidFill>
                <a:schemeClr val="lt1"/>
              </a:solidFill>
              <a:latin typeface="Trebuchet MS"/>
            </a:endParaRPr>
          </a:p>
        </p:txBody>
      </p:sp>
      <p:sp>
        <p:nvSpPr>
          <p:cNvPr id="388" name="Isosceles Triangle 30">
            <a:extLst>
              <a:ext uri="{C183D7F6-B498-43B3-948B-1728B52AA6E4}">
                <adec:decorative xmlns:adec="http://schemas.microsoft.com/office/drawing/2017/decorative" val="1"/>
              </a:ext>
            </a:extLst>
          </p:cNvPr>
          <p:cNvSpPr/>
          <p:nvPr/>
        </p:nvSpPr>
        <p:spPr>
          <a:xfrm rot="10800000">
            <a:off x="4660560" y="360"/>
            <a:ext cx="1056240" cy="6857640"/>
          </a:xfrm>
          <a:prstGeom prst="triangle">
            <a:avLst>
              <a:gd name="adj" fmla="val 100000"/>
            </a:avLst>
          </a:prstGeom>
          <a:solidFill>
            <a:schemeClr val="tx2"/>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914400">
              <a:lnSpc>
                <a:spcPct val="100000"/>
              </a:lnSpc>
            </a:pPr>
            <a:endParaRPr b="0" lang="en-US" sz="1800" spc="-1" strike="noStrike">
              <a:solidFill>
                <a:schemeClr val="lt1"/>
              </a:solidFill>
              <a:latin typeface="Trebuchet MS"/>
            </a:endParaRPr>
          </a:p>
        </p:txBody>
      </p:sp>
      <p:sp>
        <p:nvSpPr>
          <p:cNvPr id="389" name="PlaceHolder 1"/>
          <p:cNvSpPr>
            <a:spLocks noGrp="1"/>
          </p:cNvSpPr>
          <p:nvPr>
            <p:ph type="title"/>
          </p:nvPr>
        </p:nvSpPr>
        <p:spPr>
          <a:xfrm>
            <a:off x="673920" y="643320"/>
            <a:ext cx="4202640" cy="1375200"/>
          </a:xfrm>
          <a:prstGeom prst="rect">
            <a:avLst/>
          </a:prstGeom>
          <a:noFill/>
          <a:ln w="0">
            <a:noFill/>
          </a:ln>
        </p:spPr>
        <p:txBody>
          <a:bodyPr lIns="91440" rIns="91440" tIns="45720" bIns="45720" anchor="ctr">
            <a:normAutofit/>
          </a:bodyPr>
          <a:p>
            <a:pPr indent="0" defTabSz="457200">
              <a:lnSpc>
                <a:spcPct val="100000"/>
              </a:lnSpc>
              <a:buNone/>
            </a:pPr>
            <a:r>
              <a:rPr b="0" lang="en-US" sz="3600" spc="-1" strike="noStrike">
                <a:solidFill>
                  <a:schemeClr val="lt1"/>
                </a:solidFill>
                <a:latin typeface="Trebuchet MS"/>
              </a:rPr>
              <a:t>Importance of a region</a:t>
            </a:r>
            <a:endParaRPr b="0" lang="en-US" sz="3600" spc="-1" strike="noStrike">
              <a:solidFill>
                <a:schemeClr val="dk1"/>
              </a:solidFill>
              <a:latin typeface="Trebuchet MS"/>
            </a:endParaRPr>
          </a:p>
        </p:txBody>
      </p:sp>
      <p:sp>
        <p:nvSpPr>
          <p:cNvPr id="390" name="PlaceHolder 2"/>
          <p:cNvSpPr>
            <a:spLocks noGrp="1"/>
          </p:cNvSpPr>
          <p:nvPr>
            <p:ph/>
          </p:nvPr>
        </p:nvSpPr>
        <p:spPr>
          <a:xfrm>
            <a:off x="673920" y="2160720"/>
            <a:ext cx="3973680" cy="3439800"/>
          </a:xfrm>
          <a:prstGeom prst="rect">
            <a:avLst/>
          </a:prstGeom>
          <a:noFill/>
          <a:ln w="0">
            <a:noFill/>
          </a:ln>
        </p:spPr>
        <p:txBody>
          <a:bodyPr lIns="91440" rIns="91440" tIns="45720" bIns="45720" anchor="t">
            <a:normAutofit/>
          </a:bodyPr>
          <a:p>
            <a:pPr indent="0" defTabSz="457200">
              <a:lnSpc>
                <a:spcPct val="100000"/>
              </a:lnSpc>
              <a:spcAft>
                <a:spcPts val="601"/>
              </a:spcAft>
              <a:buNone/>
            </a:pPr>
            <a:endParaRPr b="0" lang="en-US" sz="1700" spc="-1" strike="noStrike">
              <a:solidFill>
                <a:schemeClr val="dk1">
                  <a:lumMod val="75000"/>
                  <a:lumOff val="25000"/>
                </a:schemeClr>
              </a:solidFill>
              <a:latin typeface="Trebuchet MS"/>
            </a:endParaRPr>
          </a:p>
          <a:p>
            <a:pPr marL="228600" indent="-228600" defTabSz="457200">
              <a:lnSpc>
                <a:spcPct val="100000"/>
              </a:lnSpc>
              <a:spcAft>
                <a:spcPts val="601"/>
              </a:spcAft>
              <a:buClr>
                <a:srgbClr val="5fcbef"/>
              </a:buClr>
              <a:buSzPct val="80000"/>
              <a:buFont typeface="Wingdings 3" charset="2"/>
              <a:buChar char=""/>
            </a:pPr>
            <a:r>
              <a:rPr b="1" lang="en-US" sz="1700" spc="-1" strike="noStrike">
                <a:solidFill>
                  <a:schemeClr val="lt1"/>
                </a:solidFill>
                <a:latin typeface="Calibri"/>
                <a:ea typeface="Calibri"/>
              </a:rPr>
              <a:t>Calculating Importance:</a:t>
            </a:r>
            <a:r>
              <a:rPr b="0" lang="en-US" sz="1700" spc="-1" strike="noStrike">
                <a:solidFill>
                  <a:schemeClr val="lt1"/>
                </a:solidFill>
                <a:latin typeface="Calibri"/>
                <a:ea typeface="Calibri"/>
              </a:rPr>
              <a:t>  </a:t>
            </a:r>
            <a:endParaRPr b="0" lang="en-US" sz="1700" spc="-1" strike="noStrike">
              <a:solidFill>
                <a:schemeClr val="dk1">
                  <a:lumMod val="75000"/>
                  <a:lumOff val="25000"/>
                </a:schemeClr>
              </a:solidFill>
              <a:latin typeface="Trebuchet MS"/>
            </a:endParaRPr>
          </a:p>
          <a:p>
            <a:pPr marL="228600" indent="-228600" defTabSz="457200">
              <a:lnSpc>
                <a:spcPct val="100000"/>
              </a:lnSpc>
              <a:spcAft>
                <a:spcPts val="601"/>
              </a:spcAft>
              <a:buClr>
                <a:srgbClr val="5fcbef"/>
              </a:buClr>
              <a:buSzPct val="80000"/>
              <a:buFont typeface="Wingdings 3" charset="2"/>
              <a:buChar char=""/>
            </a:pPr>
            <a:r>
              <a:rPr b="0" lang="en-US" sz="1700" spc="-1" strike="noStrike">
                <a:solidFill>
                  <a:schemeClr val="lt1"/>
                </a:solidFill>
                <a:latin typeface="Calibri"/>
                <a:ea typeface="Calibri"/>
              </a:rPr>
              <a:t>The </a:t>
            </a:r>
            <a:r>
              <a:rPr b="1" lang="en-US" sz="1700" spc="-1" strike="noStrike">
                <a:solidFill>
                  <a:schemeClr val="lt1"/>
                </a:solidFill>
                <a:latin typeface="Calibri"/>
                <a:ea typeface="Calibri"/>
              </a:rPr>
              <a:t>prediction change</a:t>
            </a:r>
            <a:r>
              <a:rPr b="0" lang="en-US" sz="1700" spc="-1" strike="noStrike">
                <a:solidFill>
                  <a:schemeClr val="lt1"/>
                </a:solidFill>
                <a:latin typeface="Calibri"/>
                <a:ea typeface="Calibri"/>
              </a:rPr>
              <a:t> is then calculated as the base_confidence - the occluded_confidence forthe </a:t>
            </a:r>
            <a:r>
              <a:rPr b="0" i="1" lang="en-US" sz="1700" spc="-1" strike="noStrike">
                <a:solidFill>
                  <a:schemeClr val="lt1"/>
                </a:solidFill>
                <a:latin typeface="Calibri"/>
                <a:ea typeface="Calibri"/>
              </a:rPr>
              <a:t>same original predicted class</a:t>
            </a:r>
            <a:r>
              <a:rPr b="0" lang="en-US" sz="1700" spc="-1" strike="noStrike">
                <a:solidFill>
                  <a:schemeClr val="lt1"/>
                </a:solidFill>
                <a:latin typeface="Calibri"/>
                <a:ea typeface="Calibri"/>
              </a:rPr>
              <a:t>.  </a:t>
            </a:r>
            <a:endParaRPr b="0" lang="en-US" sz="1700" spc="-1" strike="noStrike">
              <a:solidFill>
                <a:schemeClr val="dk1">
                  <a:lumMod val="75000"/>
                  <a:lumOff val="25000"/>
                </a:schemeClr>
              </a:solidFill>
              <a:latin typeface="Trebuchet MS"/>
            </a:endParaRPr>
          </a:p>
          <a:p>
            <a:pPr marL="228600" indent="-228600" defTabSz="457200">
              <a:lnSpc>
                <a:spcPct val="100000"/>
              </a:lnSpc>
              <a:spcAft>
                <a:spcPts val="601"/>
              </a:spcAft>
              <a:buClr>
                <a:srgbClr val="5fcbef"/>
              </a:buClr>
              <a:buSzPct val="80000"/>
              <a:buFont typeface="Wingdings 3" charset="2"/>
              <a:buChar char=""/>
            </a:pPr>
            <a:r>
              <a:rPr b="0" lang="en-US" sz="1700" spc="-1" strike="noStrike">
                <a:solidFill>
                  <a:schemeClr val="lt1"/>
                </a:solidFill>
                <a:latin typeface="Calibri"/>
                <a:ea typeface="Calibri"/>
              </a:rPr>
              <a:t>This drop value is what gets mapped to the "brighter = mattered more" visual. The larger thedrop, the brighter the region will be in the explanation overlay, showing where the model wasrelying most heavily for its decision. </a:t>
            </a:r>
            <a:endParaRPr b="0" lang="en-US" sz="1700" spc="-1" strike="noStrike">
              <a:solidFill>
                <a:schemeClr val="dk1">
                  <a:lumMod val="75000"/>
                  <a:lumOff val="25000"/>
                </a:schemeClr>
              </a:solidFill>
              <a:latin typeface="Trebuchet MS"/>
            </a:endParaRPr>
          </a:p>
        </p:txBody>
      </p:sp>
      <p:pic>
        <p:nvPicPr>
          <p:cNvPr id="391" name="Picture 3" descr="A diagram of a graph&#10;&#10;AI-generated content may be incorrect."/>
          <p:cNvPicPr/>
          <p:nvPr/>
        </p:nvPicPr>
        <p:blipFill>
          <a:blip r:embed="rId1"/>
          <a:stretch/>
        </p:blipFill>
        <p:spPr>
          <a:xfrm>
            <a:off x="5621040" y="645840"/>
            <a:ext cx="6716520" cy="5671800"/>
          </a:xfrm>
          <a:prstGeom prst="rect">
            <a:avLst/>
          </a:prstGeom>
          <a:ln w="0">
            <a:noFill/>
          </a:ln>
        </p:spPr>
      </p:pic>
      <p:sp>
        <p:nvSpPr>
          <p:cNvPr id="392" name="Isosceles Triangle 31">
            <a:extLst>
              <a:ext uri="{C183D7F6-B498-43B3-948B-1728B52AA6E4}">
                <adec:decorative xmlns:adec="http://schemas.microsoft.com/office/drawing/2017/decorative" val="1"/>
              </a:ext>
            </a:extLst>
          </p:cNvPr>
          <p:cNvSpPr/>
          <p:nvPr/>
        </p:nvSpPr>
        <p:spPr>
          <a:xfrm flipH="1">
            <a:off x="1175508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defTabSz="914400">
              <a:lnSpc>
                <a:spcPct val="100000"/>
              </a:lnSpc>
            </a:pPr>
            <a:endParaRPr b="0" lang="en-US" sz="1800" spc="-1" strike="noStrike">
              <a:solidFill>
                <a:schemeClr val="lt1"/>
              </a:solidFill>
              <a:latin typeface="Trebuchet MS"/>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93" name="" descr="">
            <a:hlinkClick r:id="" action="ppaction://media"/>
          </p:cNvPr>
          <p:cNvPicPr/>
          <p:nvPr>
            <a:videoFile r:link="rId1"/>
            <p:extLst>
              <p:ext uri="{DAA4B4D4-6D71-4841-9C94-3DE7FCFB9230}">
                <p14:media r:embed="rId2"/>
              </p:ext>
            </p:extLst>
          </p:nvPr>
        </p:nvPicPr>
        <p:blipFill>
          <a:blip r:embed="rId3"/>
          <a:stretch>
            <a:fillRect/>
          </a:stretch>
        </p:blipFill>
        <p:spPr>
          <a:xfrm>
            <a:off x="152640" y="758160"/>
            <a:ext cx="12039120" cy="6026760"/>
          </a:xfrm>
          <a:prstGeom prst="rect">
            <a:avLst/>
          </a:prstGeom>
          <a:ln w="0">
            <a:noFill/>
          </a:ln>
        </p:spPr>
      </p:pic>
      <p:sp>
        <p:nvSpPr>
          <p:cNvPr id="394" name="TextBox 1"/>
          <p:cNvSpPr/>
          <p:nvPr/>
        </p:nvSpPr>
        <p:spPr>
          <a:xfrm>
            <a:off x="316800" y="64440"/>
            <a:ext cx="6095520" cy="91404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b="1" lang="en-US" sz="3600" spc="-1" strike="noStrike">
                <a:solidFill>
                  <a:schemeClr val="accent2"/>
                </a:solidFill>
                <a:latin typeface="Trebuchet MS"/>
              </a:rPr>
              <a:t>Occlusion working</a:t>
            </a:r>
            <a:endParaRPr b="0" lang="en-IN" sz="3600" spc="-1" strike="noStrike">
              <a:solidFill>
                <a:srgbClr val="000000"/>
              </a:solidFill>
              <a:latin typeface="Arial"/>
            </a:endParaRPr>
          </a:p>
          <a:p>
            <a:pPr algn="ctr" defTabSz="914400">
              <a:lnSpc>
                <a:spcPct val="100000"/>
              </a:lnSpc>
            </a:pP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mediacall">
                                  <p:stCondLst>
                                    <p:cond delay="0"/>
                                  </p:stCondLst>
                                  <p:childTnLst>
                                    <p:cmd type="call" cmd="playFrom(0.0)">
                                      <p:cBhvr>
                                        <p:cTn id="6" dur="1" fill="hold"/>
                                        <p:tgtEl>
                                          <p:spTgt spid="393"/>
                                        </p:tgtEl>
                                      </p:cBhvr>
                                    </p:cmd>
                                  </p:childTnLst>
                                </p:cTn>
                              </p:par>
                            </p:childTnLst>
                          </p:cTn>
                        </p:par>
                      </p:childTnLst>
                    </p:cTn>
                  </p:par>
                </p:childTnLst>
              </p:cTn>
              <p:prevCondLst>
                <p:cond evt="onPrev">
                  <p:tgtEl>
                    <p:sldTgt/>
                  </p:tgtEl>
                </p:cond>
              </p:prevCondLst>
              <p:nextCondLst>
                <p:cond evt="onNext">
                  <p:tgtEl>
                    <p:sldTgt/>
                  </p:tgtEl>
                </p:cond>
              </p:nextCondLst>
            </p:seq>
            <p:video>
              <p:cMediaNode>
                <p:cTn>
                  <p:stCondLst>
                    <p:cond delay="indefinite"/>
                  </p:stCondLst>
                </p:cTn>
                <p:tgtEl>
                  <p:spTgt spid="393"/>
                </p:tgtEl>
              </p:cMediaNode>
            </p:video>
            <p:seq>
              <p:cTn id="7" restart="whenNotActive" nodeType="interactiveSeq" fill="hold">
                <p:stCondLst>
                  <p:cond delay="0" evt="onClick">
                    <p:tgtEl>
                      <p:spTgt spid="393"/>
                    </p:tgtEl>
                  </p:cond>
                </p:stCondLst>
                <p:childTnLst>
                  <p:par>
                    <p:cTn id="8" fill="hold">
                      <p:stCondLst>
                        <p:cond delay="0" evt="onClick">
                          <p:tgtEl>
                            <p:spTgt spid="393"/>
                          </p:tgtEl>
                        </p:cond>
                      </p:stCondLst>
                      <p:childTnLst>
                        <p:par>
                          <p:cTn id="9" fill="hold">
                            <p:stCondLst>
                              <p:cond delay="0"/>
                            </p:stCondLst>
                            <p:childTnLst>
                              <p:par>
                                <p:cTn id="10" nodeType="clickEffect" fill="hold" presetClass="mediacall">
                                  <p:stCondLst>
                                    <p:cond delay="0"/>
                                  </p:stCondLst>
                                  <p:childTnLst>
                                    <p:cmd type="call" cmd="togglePause">
                                      <p:cBhvr>
                                        <p:cTn id="11" dur="1" fill="hold"/>
                                        <p:tgtEl>
                                          <p:spTgt spid="393"/>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395" name="Group 38">
            <a:extLst>
              <a:ext uri="{C183D7F6-B498-43B3-948B-1728B52AA6E4}">
                <adec:decorative xmlns:adec="http://schemas.microsoft.com/office/drawing/2017/decorative" val="1"/>
              </a:ext>
            </a:extLst>
          </p:cNvPr>
          <p:cNvGrpSpPr/>
          <p:nvPr/>
        </p:nvGrpSpPr>
        <p:grpSpPr>
          <a:xfrm>
            <a:off x="0" y="-8640"/>
            <a:ext cx="12191760" cy="6866640"/>
            <a:chOff x="0" y="-8640"/>
            <a:chExt cx="12191760" cy="6866640"/>
          </a:xfrm>
        </p:grpSpPr>
        <p:cxnSp>
          <p:nvCxnSpPr>
            <p:cNvPr id="396" name="Straight Connector 39">
              <a:extLst>
                <a:ext uri="{C183D7F6-B498-43B3-948B-1728B52AA6E4}">
                  <adec:decorative xmlns:adec="http://schemas.microsoft.com/office/drawing/2017/decorative" val="1"/>
                </a:ext>
              </a:extLst>
            </p:cNvPr>
            <p:cNvCxnSpPr/>
            <p:nvPr/>
          </p:nvCxnSpPr>
          <p:spPr>
            <a:xfrm>
              <a:off x="9370800" y="0"/>
              <a:ext cx="1219680" cy="6858360"/>
            </a:xfrm>
            <a:prstGeom prst="straightConnector1">
              <a:avLst/>
            </a:prstGeom>
            <a:ln cap="rnd" w="9525">
              <a:solidFill>
                <a:srgbClr val="5fcbef">
                  <a:alpha val="70000"/>
                </a:srgbClr>
              </a:solidFill>
              <a:round/>
            </a:ln>
          </p:spPr>
        </p:cxnSp>
        <p:cxnSp>
          <p:nvCxnSpPr>
            <p:cNvPr id="397" name="Straight Connector 40">
              <a:extLst>
                <a:ext uri="{C183D7F6-B498-43B3-948B-1728B52AA6E4}">
                  <adec:decorative xmlns:adec="http://schemas.microsoft.com/office/drawing/2017/decorative" val="1"/>
                </a:ext>
              </a:extLst>
            </p:cNvPr>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398" name="Rectangle 23">
              <a:extLst>
                <a:ext uri="{C183D7F6-B498-43B3-948B-1728B52AA6E4}">
                  <adec:decorative xmlns:adec="http://schemas.microsoft.com/office/drawing/2017/decorative" val="1"/>
                </a:ext>
              </a:extLst>
            </p:cNvPr>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99" name="Rectangle 25">
              <a:extLst>
                <a:ext uri="{C183D7F6-B498-43B3-948B-1728B52AA6E4}">
                  <adec:decorative xmlns:adec="http://schemas.microsoft.com/office/drawing/2017/decorative" val="1"/>
                </a:ext>
              </a:extLst>
            </p:cNvPr>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00" name="Isosceles Triangle 43">
              <a:extLst>
                <a:ext uri="{C183D7F6-B498-43B3-948B-1728B52AA6E4}">
                  <adec:decorative xmlns:adec="http://schemas.microsoft.com/office/drawing/2017/decorative" val="1"/>
                </a:ext>
              </a:extLst>
            </p:cNvPr>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401" name="Rectangle 27">
              <a:extLst>
                <a:ext uri="{C183D7F6-B498-43B3-948B-1728B52AA6E4}">
                  <adec:decorative xmlns:adec="http://schemas.microsoft.com/office/drawing/2017/decorative" val="1"/>
                </a:ext>
              </a:extLst>
            </p:cNvPr>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402" name="Rectangle 28">
              <a:extLst>
                <a:ext uri="{C183D7F6-B498-43B3-948B-1728B52AA6E4}">
                  <adec:decorative xmlns:adec="http://schemas.microsoft.com/office/drawing/2017/decorative" val="1"/>
                </a:ext>
              </a:extLst>
            </p:cNvPr>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403" name="Rectangle 29">
              <a:extLst>
                <a:ext uri="{C183D7F6-B498-43B3-948B-1728B52AA6E4}">
                  <adec:decorative xmlns:adec="http://schemas.microsoft.com/office/drawing/2017/decorative" val="1"/>
                </a:ext>
              </a:extLst>
            </p:cNvPr>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404" name="Isosceles Triangle 47">
              <a:extLst>
                <a:ext uri="{C183D7F6-B498-43B3-948B-1728B52AA6E4}">
                  <adec:decorative xmlns:adec="http://schemas.microsoft.com/office/drawing/2017/decorative" val="1"/>
                </a:ext>
              </a:extLst>
            </p:cNvPr>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405" name="Isosceles Triangle 48">
              <a:extLst>
                <a:ext uri="{C183D7F6-B498-43B3-948B-1728B52AA6E4}">
                  <adec:decorative xmlns:adec="http://schemas.microsoft.com/office/drawing/2017/decorative" val="1"/>
                </a:ext>
              </a:extLst>
            </p:cNvPr>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406" name="Rectangle 50">
            <a:extLst>
              <a:ext uri="{C183D7F6-B498-43B3-948B-1728B52AA6E4}">
                <adec:decorative xmlns:adec="http://schemas.microsoft.com/office/drawing/2017/decorative" val="1"/>
              </a:ext>
            </a:extLst>
          </p:cNvPr>
          <p:cNvSpPr/>
          <p:nvPr/>
        </p:nvSpPr>
        <p:spPr>
          <a:xfrm>
            <a:off x="0" y="0"/>
            <a:ext cx="12191760" cy="6857640"/>
          </a:xfrm>
          <a:prstGeom prst="rect">
            <a:avLst/>
          </a:prstGeom>
          <a:solidFill>
            <a:srgbClr val="5fcbe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Trebuchet MS"/>
            </a:endParaRPr>
          </a:p>
        </p:txBody>
      </p:sp>
      <p:grpSp>
        <p:nvGrpSpPr>
          <p:cNvPr id="407" name="Group 52">
            <a:extLst>
              <a:ext uri="{C183D7F6-B498-43B3-948B-1728B52AA6E4}">
                <adec:decorative xmlns:adec="http://schemas.microsoft.com/office/drawing/2017/decorative" val="1"/>
              </a:ext>
            </a:extLst>
          </p:cNvPr>
          <p:cNvGrpSpPr/>
          <p:nvPr/>
        </p:nvGrpSpPr>
        <p:grpSpPr>
          <a:xfrm>
            <a:off x="0" y="-8640"/>
            <a:ext cx="12191760" cy="6866640"/>
            <a:chOff x="0" y="-8640"/>
            <a:chExt cx="12191760" cy="6866640"/>
          </a:xfrm>
        </p:grpSpPr>
        <p:cxnSp>
          <p:nvCxnSpPr>
            <p:cNvPr id="408" name="Straight Connector 53">
              <a:extLst>
                <a:ext uri="{C183D7F6-B498-43B3-948B-1728B52AA6E4}">
                  <adec:decorative xmlns:adec="http://schemas.microsoft.com/office/drawing/2017/decorative" val="1"/>
                </a:ext>
              </a:extLst>
            </p:cNvPr>
            <p:cNvCxnSpPr/>
            <p:nvPr/>
          </p:nvCxnSpPr>
          <p:spPr>
            <a:xfrm flipH="1">
              <a:off x="7425000" y="3681360"/>
              <a:ext cx="4763880" cy="3177000"/>
            </a:xfrm>
            <a:prstGeom prst="straightConnector1">
              <a:avLst/>
            </a:prstGeom>
            <a:ln cap="rnd" w="9525">
              <a:solidFill>
                <a:srgbClr val="ffffff">
                  <a:lumMod val="85000"/>
                </a:srgbClr>
              </a:solidFill>
              <a:round/>
            </a:ln>
          </p:spPr>
        </p:cxnSp>
        <p:sp>
          <p:nvSpPr>
            <p:cNvPr id="409" name="Rectangle 23">
              <a:extLst>
                <a:ext uri="{C183D7F6-B498-43B3-948B-1728B52AA6E4}">
                  <adec:decorative xmlns:adec="http://schemas.microsoft.com/office/drawing/2017/decorative" val="1"/>
                </a:ext>
              </a:extLst>
            </p:cNvPr>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10" name="Rectangle 25">
              <a:extLst>
                <a:ext uri="{C183D7F6-B498-43B3-948B-1728B52AA6E4}">
                  <adec:decorative xmlns:adec="http://schemas.microsoft.com/office/drawing/2017/decorative" val="1"/>
                </a:ext>
              </a:extLst>
            </p:cNvPr>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11" name="Isosceles Triangle 56">
              <a:extLst>
                <a:ext uri="{C183D7F6-B498-43B3-948B-1728B52AA6E4}">
                  <adec:decorative xmlns:adec="http://schemas.microsoft.com/office/drawing/2017/decorative" val="1"/>
                </a:ext>
              </a:extLst>
            </p:cNvPr>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412" name="Rectangle 27">
              <a:extLst>
                <a:ext uri="{C183D7F6-B498-43B3-948B-1728B52AA6E4}">
                  <adec:decorative xmlns:adec="http://schemas.microsoft.com/office/drawing/2017/decorative" val="1"/>
                </a:ext>
              </a:extLst>
            </p:cNvPr>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413" name="Rectangle 28">
              <a:extLst>
                <a:ext uri="{C183D7F6-B498-43B3-948B-1728B52AA6E4}">
                  <adec:decorative xmlns:adec="http://schemas.microsoft.com/office/drawing/2017/decorative" val="1"/>
                </a:ext>
              </a:extLst>
            </p:cNvPr>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14" name="Rectangle 29">
              <a:extLst>
                <a:ext uri="{C183D7F6-B498-43B3-948B-1728B52AA6E4}">
                  <adec:decorative xmlns:adec="http://schemas.microsoft.com/office/drawing/2017/decorative" val="1"/>
                </a:ext>
              </a:extLst>
            </p:cNvPr>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15" name="Isosceles Triangle 60">
              <a:extLst>
                <a:ext uri="{C183D7F6-B498-43B3-948B-1728B52AA6E4}">
                  <adec:decorative xmlns:adec="http://schemas.microsoft.com/office/drawing/2017/decorative" val="1"/>
                </a:ext>
              </a:extLst>
            </p:cNvPr>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16" name="Isosceles Triangle 61">
              <a:extLst>
                <a:ext uri="{C183D7F6-B498-43B3-948B-1728B52AA6E4}">
                  <adec:decorative xmlns:adec="http://schemas.microsoft.com/office/drawing/2017/decorative" val="1"/>
                </a:ext>
              </a:extLst>
            </p:cNvPr>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417" name="Rectangle 63">
            <a:extLst>
              <a:ext uri="{C183D7F6-B498-43B3-948B-1728B52AA6E4}">
                <adec:decorative xmlns:adec="http://schemas.microsoft.com/office/drawing/2017/decorative" val="1"/>
              </a:ext>
            </a:extLst>
          </p:cNvPr>
          <p:cNvSpPr/>
          <p:nvPr/>
        </p:nvSpPr>
        <p:spPr>
          <a:xfrm>
            <a:off x="477000" y="480240"/>
            <a:ext cx="11237760" cy="5897520"/>
          </a:xfrm>
          <a:prstGeom prst="rect">
            <a:avLst/>
          </a:prstGeom>
          <a:solidFill>
            <a:srgbClr val="ffffff"/>
          </a:solidFill>
          <a:ln cap="rnd" w="22225">
            <a:solidFill>
              <a:srgbClr val="ffffff"/>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Trebuchet MS"/>
            </a:endParaRPr>
          </a:p>
        </p:txBody>
      </p:sp>
      <p:pic>
        <p:nvPicPr>
          <p:cNvPr id="418" name="Content Placeholder 6" descr="A screenshot of a video game&#10;&#10;AI-generated content may be incorrect."/>
          <p:cNvPicPr/>
          <p:nvPr/>
        </p:nvPicPr>
        <p:blipFill>
          <a:blip r:embed="rId1"/>
          <a:srcRect l="0" t="2459" r="0" b="0"/>
          <a:stretch/>
        </p:blipFill>
        <p:spPr>
          <a:xfrm>
            <a:off x="568440" y="571680"/>
            <a:ext cx="11054880" cy="571464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9"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Occlusion sensitivity Maps for one example of each digit by CNN classifier</a:t>
            </a:r>
            <a:endParaRPr b="0" lang="en-US" sz="3600" spc="-1" strike="noStrike">
              <a:solidFill>
                <a:schemeClr val="dk1"/>
              </a:solidFill>
              <a:latin typeface="Trebuchet MS"/>
            </a:endParaRPr>
          </a:p>
        </p:txBody>
      </p:sp>
      <p:pic>
        <p:nvPicPr>
          <p:cNvPr id="420" name="Content Placeholder 3" descr="A collage of numbers&#10;&#10;AI-generated content may be incorrect."/>
          <p:cNvPicPr/>
          <p:nvPr/>
        </p:nvPicPr>
        <p:blipFill>
          <a:blip r:embed="rId1"/>
          <a:stretch/>
        </p:blipFill>
        <p:spPr>
          <a:xfrm>
            <a:off x="757800" y="2150640"/>
            <a:ext cx="7802280" cy="410796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421" name="Picture 12" descr="A screenshot of a computer game&#10;&#10;AI-generated content may be incorrect."/>
          <p:cNvPicPr/>
          <p:nvPr/>
        </p:nvPicPr>
        <p:blipFill>
          <a:blip r:embed="rId1"/>
          <a:stretch/>
        </p:blipFill>
        <p:spPr>
          <a:xfrm>
            <a:off x="300960" y="1351440"/>
            <a:ext cx="11628360" cy="4622400"/>
          </a:xfrm>
          <a:prstGeom prst="rect">
            <a:avLst/>
          </a:prstGeom>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PlaceHolder 1"/>
          <p:cNvSpPr>
            <a:spLocks noGrp="1"/>
          </p:cNvSpPr>
          <p:nvPr>
            <p:ph type="title"/>
          </p:nvPr>
        </p:nvSpPr>
        <p:spPr>
          <a:xfrm>
            <a:off x="113400" y="40176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4"/>
                </a:solidFill>
                <a:latin typeface="Trebuchet MS"/>
              </a:rPr>
              <a:t>All Correct Predictions</a:t>
            </a:r>
            <a:endParaRPr b="0" lang="en-US" sz="3600" spc="-1" strike="noStrike">
              <a:solidFill>
                <a:schemeClr val="dk1"/>
              </a:solidFill>
              <a:latin typeface="Trebuchet MS"/>
            </a:endParaRPr>
          </a:p>
        </p:txBody>
      </p:sp>
      <p:pic>
        <p:nvPicPr>
          <p:cNvPr id="423" name="Picture 3" descr="A screenshot of a video game&#10;&#10;AI-generated content may be incorrect."/>
          <p:cNvPicPr/>
          <p:nvPr/>
        </p:nvPicPr>
        <p:blipFill>
          <a:blip r:embed="rId1"/>
          <a:stretch/>
        </p:blipFill>
        <p:spPr>
          <a:xfrm>
            <a:off x="0" y="1412280"/>
            <a:ext cx="12191760" cy="2412360"/>
          </a:xfrm>
          <a:prstGeom prst="rect">
            <a:avLst/>
          </a:prstGeom>
          <a:ln w="0">
            <a:noFill/>
          </a:ln>
        </p:spPr>
      </p:pic>
      <p:pic>
        <p:nvPicPr>
          <p:cNvPr id="424" name="Picture 4" descr="A screenshot of a video game&#10;&#10;AI-generated content may be incorrect."/>
          <p:cNvPicPr/>
          <p:nvPr/>
        </p:nvPicPr>
        <p:blipFill>
          <a:blip r:embed="rId2"/>
          <a:stretch/>
        </p:blipFill>
        <p:spPr>
          <a:xfrm>
            <a:off x="0" y="3991320"/>
            <a:ext cx="12191760" cy="241236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25" name="Picture 3" descr="A screenshot of a video game&#10;&#10;AI-generated content may be incorrect."/>
          <p:cNvPicPr/>
          <p:nvPr/>
        </p:nvPicPr>
        <p:blipFill>
          <a:blip r:embed="rId1"/>
          <a:stretch/>
        </p:blipFill>
        <p:spPr>
          <a:xfrm>
            <a:off x="0" y="-5760"/>
            <a:ext cx="12191760" cy="2412360"/>
          </a:xfrm>
          <a:prstGeom prst="rect">
            <a:avLst/>
          </a:prstGeom>
          <a:ln w="0">
            <a:noFill/>
          </a:ln>
        </p:spPr>
      </p:pic>
      <p:pic>
        <p:nvPicPr>
          <p:cNvPr id="426" name="Picture 4" descr="A screenshot of a video game&#10;&#10;AI-generated content may be incorrect."/>
          <p:cNvPicPr/>
          <p:nvPr/>
        </p:nvPicPr>
        <p:blipFill>
          <a:blip r:embed="rId2"/>
          <a:stretch/>
        </p:blipFill>
        <p:spPr>
          <a:xfrm>
            <a:off x="0" y="2222640"/>
            <a:ext cx="12191760" cy="2412360"/>
          </a:xfrm>
          <a:prstGeom prst="rect">
            <a:avLst/>
          </a:prstGeom>
          <a:ln w="0">
            <a:noFill/>
          </a:ln>
        </p:spPr>
      </p:pic>
      <p:pic>
        <p:nvPicPr>
          <p:cNvPr id="427" name="Picture 5" descr="A screenshot of a video game&#10;&#10;AI-generated content may be incorrect."/>
          <p:cNvPicPr/>
          <p:nvPr/>
        </p:nvPicPr>
        <p:blipFill>
          <a:blip r:embed="rId3"/>
          <a:stretch/>
        </p:blipFill>
        <p:spPr>
          <a:xfrm>
            <a:off x="0" y="4451040"/>
            <a:ext cx="12191760" cy="2412360"/>
          </a:xfrm>
          <a:prstGeom prst="rect">
            <a:avLst/>
          </a:prstGeom>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8"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4"/>
                </a:solidFill>
                <a:latin typeface="Trebuchet MS"/>
              </a:rPr>
              <a:t>CNN Right</a:t>
            </a:r>
            <a:r>
              <a:rPr b="0" lang="en-US" sz="3600" spc="-1" strike="noStrike">
                <a:solidFill>
                  <a:schemeClr val="accent1"/>
                </a:solidFill>
                <a:latin typeface="Trebuchet MS"/>
              </a:rPr>
              <a:t>, </a:t>
            </a:r>
            <a:r>
              <a:rPr b="0" lang="en-US" sz="3600" spc="-1" strike="noStrike">
                <a:solidFill>
                  <a:srgbClr val="ff0000"/>
                </a:solidFill>
                <a:latin typeface="Trebuchet MS"/>
              </a:rPr>
              <a:t>Other's wrong</a:t>
            </a:r>
            <a:endParaRPr b="0" lang="en-US" sz="3600" spc="-1" strike="noStrike">
              <a:solidFill>
                <a:schemeClr val="dk1"/>
              </a:solidFill>
              <a:latin typeface="Trebuchet MS"/>
            </a:endParaRPr>
          </a:p>
        </p:txBody>
      </p:sp>
      <p:pic>
        <p:nvPicPr>
          <p:cNvPr id="429" name="Content Placeholder 3" descr="A screenshot of a video game&#10;&#10;AI-generated content may be incorrect."/>
          <p:cNvPicPr/>
          <p:nvPr/>
        </p:nvPicPr>
        <p:blipFill>
          <a:blip r:embed="rId1"/>
          <a:stretch/>
        </p:blipFill>
        <p:spPr>
          <a:xfrm>
            <a:off x="4320" y="1271160"/>
            <a:ext cx="12188520" cy="2413440"/>
          </a:xfrm>
          <a:prstGeom prst="rect">
            <a:avLst/>
          </a:prstGeom>
          <a:ln w="0">
            <a:noFill/>
          </a:ln>
        </p:spPr>
      </p:pic>
      <p:pic>
        <p:nvPicPr>
          <p:cNvPr id="430" name="Picture 4" descr="A screenshot of a video game&#10;&#10;AI-generated content may be incorrect."/>
          <p:cNvPicPr/>
          <p:nvPr/>
        </p:nvPicPr>
        <p:blipFill>
          <a:blip r:embed="rId2"/>
          <a:stretch/>
        </p:blipFill>
        <p:spPr>
          <a:xfrm>
            <a:off x="0" y="3687480"/>
            <a:ext cx="12191760" cy="2412360"/>
          </a:xfrm>
          <a:prstGeom prst="rect">
            <a:avLst/>
          </a:prstGeom>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a:buNone/>
            </a:pPr>
            <a:endParaRPr b="0" lang="en-US" sz="3600" spc="-1" strike="noStrike">
              <a:solidFill>
                <a:schemeClr val="accent1"/>
              </a:solidFill>
              <a:latin typeface="Trebuchet MS"/>
            </a:endParaRPr>
          </a:p>
        </p:txBody>
      </p:sp>
      <p:pic>
        <p:nvPicPr>
          <p:cNvPr id="432" name="Content Placeholder 3" descr="A screenshot of a video game&#10;&#10;AI-generated content may be incorrect."/>
          <p:cNvPicPr/>
          <p:nvPr/>
        </p:nvPicPr>
        <p:blipFill>
          <a:blip r:embed="rId1"/>
          <a:stretch/>
        </p:blipFill>
        <p:spPr>
          <a:xfrm>
            <a:off x="4320" y="4320"/>
            <a:ext cx="12188520" cy="2403360"/>
          </a:xfrm>
          <a:prstGeom prst="rect">
            <a:avLst/>
          </a:prstGeom>
          <a:ln w="0">
            <a:noFill/>
          </a:ln>
        </p:spPr>
      </p:pic>
      <p:pic>
        <p:nvPicPr>
          <p:cNvPr id="433" name="Picture 4" descr="A screenshot of a video game&#10;&#10;AI-generated content may be incorrect."/>
          <p:cNvPicPr/>
          <p:nvPr/>
        </p:nvPicPr>
        <p:blipFill>
          <a:blip r:embed="rId2"/>
          <a:stretch/>
        </p:blipFill>
        <p:spPr>
          <a:xfrm>
            <a:off x="0" y="2222640"/>
            <a:ext cx="12191760" cy="2412360"/>
          </a:xfrm>
          <a:prstGeom prst="rect">
            <a:avLst/>
          </a:prstGeom>
          <a:ln w="0">
            <a:noFill/>
          </a:ln>
        </p:spPr>
      </p:pic>
      <p:pic>
        <p:nvPicPr>
          <p:cNvPr id="434" name="Picture 5" descr="A screenshot of a video game&#10;&#10;AI-generated content may be incorrect."/>
          <p:cNvPicPr/>
          <p:nvPr/>
        </p:nvPicPr>
        <p:blipFill>
          <a:blip r:embed="rId3"/>
          <a:stretch/>
        </p:blipFill>
        <p:spPr>
          <a:xfrm>
            <a:off x="0" y="4538520"/>
            <a:ext cx="12191760" cy="2412360"/>
          </a:xfrm>
          <a:prstGeom prst="rect">
            <a:avLst/>
          </a:prstGeom>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35" name="Content Placeholder 3" descr="A screenshot of a video game&#10;&#10;AI-generated content may be incorrect."/>
          <p:cNvPicPr/>
          <p:nvPr/>
        </p:nvPicPr>
        <p:blipFill>
          <a:blip r:embed="rId1"/>
          <a:stretch/>
        </p:blipFill>
        <p:spPr>
          <a:xfrm>
            <a:off x="4320" y="4320"/>
            <a:ext cx="12188520" cy="2403360"/>
          </a:xfrm>
          <a:prstGeom prst="rect">
            <a:avLst/>
          </a:prstGeom>
          <a:ln w="0">
            <a:noFill/>
          </a:ln>
        </p:spPr>
      </p:pic>
      <p:pic>
        <p:nvPicPr>
          <p:cNvPr id="436" name="Picture 4" descr="A screenshot of a video game&#10;&#10;AI-generated content may be incorrect."/>
          <p:cNvPicPr/>
          <p:nvPr/>
        </p:nvPicPr>
        <p:blipFill>
          <a:blip r:embed="rId2"/>
          <a:stretch/>
        </p:blipFill>
        <p:spPr>
          <a:xfrm>
            <a:off x="0" y="2410560"/>
            <a:ext cx="12191760" cy="2412360"/>
          </a:xfrm>
          <a:prstGeom prst="rect">
            <a:avLst/>
          </a:prstGeom>
          <a:ln w="0">
            <a:noFill/>
          </a:ln>
        </p:spPr>
      </p:pic>
      <p:pic>
        <p:nvPicPr>
          <p:cNvPr id="437" name="Picture 5" descr="A screenshot of a video game&#10;&#10;AI-generated content may be incorrect."/>
          <p:cNvPicPr/>
          <p:nvPr/>
        </p:nvPicPr>
        <p:blipFill>
          <a:blip r:embed="rId3"/>
          <a:stretch/>
        </p:blipFill>
        <p:spPr>
          <a:xfrm>
            <a:off x="0" y="4449240"/>
            <a:ext cx="12191760" cy="2412360"/>
          </a:xfrm>
          <a:prstGeom prst="rect">
            <a:avLst/>
          </a:prstGeom>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38" name="Picture 3" descr="A screenshot of a video game&#10;&#10;AI-generated content may be incorrect."/>
          <p:cNvPicPr/>
          <p:nvPr/>
        </p:nvPicPr>
        <p:blipFill>
          <a:blip r:embed="rId1"/>
          <a:stretch/>
        </p:blipFill>
        <p:spPr>
          <a:xfrm>
            <a:off x="0" y="926280"/>
            <a:ext cx="12191760" cy="2412360"/>
          </a:xfrm>
          <a:prstGeom prst="rect">
            <a:avLst/>
          </a:prstGeom>
          <a:ln w="0">
            <a:noFill/>
          </a:ln>
        </p:spPr>
      </p:pic>
      <p:pic>
        <p:nvPicPr>
          <p:cNvPr id="439" name="Picture 4" descr="A screenshot of a video game&#10;&#10;AI-generated content may be incorrect."/>
          <p:cNvPicPr/>
          <p:nvPr/>
        </p:nvPicPr>
        <p:blipFill>
          <a:blip r:embed="rId2"/>
          <a:stretch/>
        </p:blipFill>
        <p:spPr>
          <a:xfrm>
            <a:off x="0" y="3331080"/>
            <a:ext cx="12191760" cy="2412360"/>
          </a:xfrm>
          <a:prstGeom prst="rect">
            <a:avLst/>
          </a:prstGeom>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rgbClr val="c00000"/>
                </a:solidFill>
                <a:latin typeface="Trebuchet MS"/>
              </a:rPr>
              <a:t>All Wrong</a:t>
            </a:r>
            <a:endParaRPr b="0" lang="en-US" sz="3600" spc="-1" strike="noStrike">
              <a:solidFill>
                <a:schemeClr val="dk1"/>
              </a:solidFill>
              <a:latin typeface="Trebuchet MS"/>
            </a:endParaRPr>
          </a:p>
        </p:txBody>
      </p:sp>
      <p:pic>
        <p:nvPicPr>
          <p:cNvPr id="441" name="Picture 3" descr="A screenshot of a video game&#10;&#10;AI-generated content may be incorrect."/>
          <p:cNvPicPr/>
          <p:nvPr/>
        </p:nvPicPr>
        <p:blipFill>
          <a:blip r:embed="rId1"/>
          <a:stretch/>
        </p:blipFill>
        <p:spPr>
          <a:xfrm>
            <a:off x="0" y="1401480"/>
            <a:ext cx="12191760" cy="2412360"/>
          </a:xfrm>
          <a:prstGeom prst="rect">
            <a:avLst/>
          </a:prstGeom>
          <a:ln w="0">
            <a:noFill/>
          </a:ln>
        </p:spPr>
      </p:pic>
      <p:pic>
        <p:nvPicPr>
          <p:cNvPr id="442" name="Picture 4" descr="A screenshot of a video game&#10;&#10;AI-generated content may be incorrect."/>
          <p:cNvPicPr/>
          <p:nvPr/>
        </p:nvPicPr>
        <p:blipFill>
          <a:blip r:embed="rId2"/>
          <a:stretch/>
        </p:blipFill>
        <p:spPr>
          <a:xfrm>
            <a:off x="0" y="4043520"/>
            <a:ext cx="12191760" cy="2412360"/>
          </a:xfrm>
          <a:prstGeom prst="rect">
            <a:avLst/>
          </a:prstGeom>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43" name="Picture 3" descr="A screenshot of a video game&#10;&#10;AI-generated content may be incorrect."/>
          <p:cNvPicPr/>
          <p:nvPr/>
        </p:nvPicPr>
        <p:blipFill>
          <a:blip r:embed="rId1"/>
          <a:stretch/>
        </p:blipFill>
        <p:spPr>
          <a:xfrm>
            <a:off x="0" y="1114200"/>
            <a:ext cx="12191760" cy="2412360"/>
          </a:xfrm>
          <a:prstGeom prst="rect">
            <a:avLst/>
          </a:prstGeom>
          <a:ln w="0">
            <a:noFill/>
          </a:ln>
        </p:spPr>
      </p:pic>
      <p:pic>
        <p:nvPicPr>
          <p:cNvPr id="444" name="Picture 4" descr="A screenshot of a video game&#10;&#10;AI-generated content may be incorrect."/>
          <p:cNvPicPr/>
          <p:nvPr/>
        </p:nvPicPr>
        <p:blipFill>
          <a:blip r:embed="rId2"/>
          <a:stretch/>
        </p:blipFill>
        <p:spPr>
          <a:xfrm>
            <a:off x="69120" y="3519000"/>
            <a:ext cx="12191760" cy="2412360"/>
          </a:xfrm>
          <a:prstGeom prst="rect">
            <a:avLst/>
          </a:prstGeom>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45" name="Picture 3" descr="A screenshot of a video game&#10;&#10;AI-generated content may be incorrect."/>
          <p:cNvPicPr/>
          <p:nvPr/>
        </p:nvPicPr>
        <p:blipFill>
          <a:blip r:embed="rId1"/>
          <a:stretch/>
        </p:blipFill>
        <p:spPr>
          <a:xfrm>
            <a:off x="0" y="629280"/>
            <a:ext cx="12191760" cy="2412360"/>
          </a:xfrm>
          <a:prstGeom prst="rect">
            <a:avLst/>
          </a:prstGeom>
          <a:ln w="0">
            <a:noFill/>
          </a:ln>
        </p:spPr>
      </p:pic>
      <p:pic>
        <p:nvPicPr>
          <p:cNvPr id="446" name="Picture 4" descr="A screenshot of a video game&#10;&#10;AI-generated content may be incorrect."/>
          <p:cNvPicPr/>
          <p:nvPr/>
        </p:nvPicPr>
        <p:blipFill>
          <a:blip r:embed="rId2"/>
          <a:stretch/>
        </p:blipFill>
        <p:spPr>
          <a:xfrm>
            <a:off x="0" y="3034080"/>
            <a:ext cx="12191760" cy="2412360"/>
          </a:xfrm>
          <a:prstGeom prst="rect">
            <a:avLst/>
          </a:prstGeom>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7" name="PlaceHolder 1"/>
          <p:cNvSpPr>
            <a:spLocks noGrp="1"/>
          </p:cNvSpPr>
          <p:nvPr>
            <p:ph type="title"/>
          </p:nvPr>
        </p:nvSpPr>
        <p:spPr>
          <a:xfrm>
            <a:off x="677160" y="609480"/>
            <a:ext cx="88232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ea typeface="Trebuchet MS"/>
              </a:rPr>
              <a:t>Interpretation Limitations: Non-spatial Models under Occlusion - </a:t>
            </a:r>
            <a:r>
              <a:rPr b="0" lang="en-US" sz="3600" spc="-1" strike="noStrike">
                <a:solidFill>
                  <a:srgbClr val="ff0000"/>
                </a:solidFill>
                <a:latin typeface="Trebuchet MS"/>
                <a:ea typeface="Trebuchet MS"/>
              </a:rPr>
              <a:t>Key Limitation</a:t>
            </a:r>
            <a:endParaRPr b="0" lang="en-US" sz="3600" spc="-1" strike="noStrike">
              <a:solidFill>
                <a:schemeClr val="dk1"/>
              </a:solidFill>
              <a:latin typeface="Trebuchet MS"/>
            </a:endParaRPr>
          </a:p>
        </p:txBody>
      </p:sp>
      <p:sp>
        <p:nvSpPr>
          <p:cNvPr id="448" name="PlaceHolder 2"/>
          <p:cNvSpPr>
            <a:spLocks noGrp="1"/>
          </p:cNvSpPr>
          <p:nvPr>
            <p:ph/>
          </p:nvPr>
        </p:nvSpPr>
        <p:spPr>
          <a:xfrm>
            <a:off x="677160" y="1933920"/>
            <a:ext cx="8596440" cy="4769280"/>
          </a:xfrm>
          <a:prstGeom prst="rect">
            <a:avLst/>
          </a:prstGeom>
          <a:noFill/>
          <a:ln w="0">
            <a:noFill/>
          </a:ln>
        </p:spPr>
        <p:txBody>
          <a:bodyPr lIns="91440" rIns="91440" tIns="45720" bIns="45720" anchor="t">
            <a:normAutofit fontScale="85555"/>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ea typeface="Trebuchet MS"/>
              </a:rPr>
              <a:t>Occlusion sensitivity assumes the model uses </a:t>
            </a:r>
            <a:r>
              <a:rPr b="0" i="1" lang="en-US" sz="1800" spc="-1" strike="noStrike">
                <a:solidFill>
                  <a:schemeClr val="dk1">
                    <a:lumMod val="75000"/>
                    <a:lumOff val="25000"/>
                  </a:schemeClr>
                </a:solidFill>
                <a:latin typeface="Trebuchet MS"/>
                <a:ea typeface="Trebuchet MS"/>
              </a:rPr>
              <a:t>spatial</a:t>
            </a:r>
            <a:r>
              <a:rPr b="0" lang="en-US" sz="1800" spc="-1" strike="noStrike">
                <a:solidFill>
                  <a:schemeClr val="dk1">
                    <a:lumMod val="75000"/>
                    <a:lumOff val="25000"/>
                  </a:schemeClr>
                </a:solidFill>
                <a:latin typeface="Trebuchet MS"/>
                <a:ea typeface="Trebuchet MS"/>
              </a:rPr>
              <a:t> structure.</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Calibri" charset="2"/>
              <a:buChar char=""/>
            </a:pPr>
            <a:r>
              <a:rPr b="0" lang="en-US" sz="1600" spc="-1" strike="noStrike">
                <a:solidFill>
                  <a:schemeClr val="dk1">
                    <a:lumMod val="75000"/>
                    <a:lumOff val="25000"/>
                  </a:schemeClr>
                </a:solidFill>
                <a:latin typeface="Trebuchet MS"/>
                <a:ea typeface="Trebuchet MS"/>
              </a:rPr>
              <a:t>It hides a </a:t>
            </a:r>
            <a:r>
              <a:rPr b="1" lang="en-US" sz="1600" spc="-1" strike="noStrike">
                <a:solidFill>
                  <a:schemeClr val="dk1">
                    <a:lumMod val="75000"/>
                    <a:lumOff val="25000"/>
                  </a:schemeClr>
                </a:solidFill>
                <a:latin typeface="Trebuchet MS"/>
                <a:ea typeface="Trebuchet MS"/>
              </a:rPr>
              <a:t>region</a:t>
            </a:r>
            <a:r>
              <a:rPr b="0" lang="en-US" sz="1600" spc="-1" strike="noStrike">
                <a:solidFill>
                  <a:schemeClr val="dk1">
                    <a:lumMod val="75000"/>
                    <a:lumOff val="25000"/>
                  </a:schemeClr>
                </a:solidFill>
                <a:latin typeface="Trebuchet MS"/>
                <a:ea typeface="Trebuchet MS"/>
              </a:rPr>
              <a:t> of the image and measures how the model’s </a:t>
            </a:r>
            <a:r>
              <a:rPr b="0" i="1" lang="en-US" sz="1600" spc="-1" strike="noStrike">
                <a:solidFill>
                  <a:schemeClr val="dk1">
                    <a:lumMod val="75000"/>
                    <a:lumOff val="25000"/>
                  </a:schemeClr>
                </a:solidFill>
                <a:latin typeface="Trebuchet MS"/>
                <a:ea typeface="Trebuchet MS"/>
              </a:rPr>
              <a:t>confidence</a:t>
            </a:r>
            <a:r>
              <a:rPr b="0" lang="en-US" sz="1600" spc="-1" strike="noStrike">
                <a:solidFill>
                  <a:schemeClr val="dk1">
                    <a:lumMod val="75000"/>
                    <a:lumOff val="25000"/>
                  </a:schemeClr>
                </a:solidFill>
                <a:latin typeface="Trebuchet MS"/>
                <a:ea typeface="Trebuchet MS"/>
              </a:rPr>
              <a:t> changes.</a:t>
            </a:r>
            <a:br>
              <a:rPr sz="1600"/>
            </a:br>
            <a:r>
              <a:rPr b="0" lang="en-US" sz="1600" spc="-1" strike="noStrike">
                <a:solidFill>
                  <a:schemeClr val="dk1">
                    <a:lumMod val="75000"/>
                    <a:lumOff val="25000"/>
                  </a:schemeClr>
                </a:solidFill>
                <a:latin typeface="Trebuchet MS"/>
                <a:ea typeface="Trebuchet MS"/>
              </a:rPr>
              <a:t> This only has true visual meaning if the model treats nearby pixels as related.</a:t>
            </a:r>
            <a:endParaRPr b="0" lang="en-US" sz="1600" spc="-1" strike="noStrike">
              <a:solidFill>
                <a:schemeClr val="dk1">
                  <a:lumMod val="75000"/>
                  <a:lumOff val="25000"/>
                </a:schemeClr>
              </a:solidFill>
              <a:latin typeface="Trebuchet MS"/>
            </a:endParaRPr>
          </a:p>
          <a:p>
            <a:pPr indent="0" defTabSz="457200">
              <a:lnSpc>
                <a:spcPct val="100000"/>
              </a:lnSpc>
              <a:spcBef>
                <a:spcPts val="1001"/>
              </a:spcBef>
              <a:buNone/>
            </a:pPr>
            <a:endParaRPr b="0" lang="en-US" sz="1600" spc="-1" strike="noStrike">
              <a:solidFill>
                <a:schemeClr val="dk1">
                  <a:lumMod val="75000"/>
                  <a:lumOff val="25000"/>
                </a:schemeClr>
              </a:solidFill>
              <a:latin typeface="Trebuchet MS"/>
            </a:endParaRPr>
          </a:p>
          <a:p>
            <a:pPr marL="343080" indent="-343080" defTabSz="457200">
              <a:lnSpc>
                <a:spcPct val="100000"/>
              </a:lnSpc>
              <a:spcBef>
                <a:spcPts val="1001"/>
              </a:spcBef>
              <a:buClr>
                <a:srgbClr val="5fcbef"/>
              </a:buClr>
              <a:buSzPct val="80000"/>
              <a:buFont typeface="Wingdings 3" charset="2"/>
              <a:buChar char=""/>
            </a:pPr>
            <a:r>
              <a:rPr b="1" lang="en-US" sz="1800" spc="-1" strike="noStrike">
                <a:solidFill>
                  <a:schemeClr val="dk1">
                    <a:lumMod val="75000"/>
                    <a:lumOff val="25000"/>
                  </a:schemeClr>
                </a:solidFill>
                <a:latin typeface="Trebuchet MS"/>
                <a:ea typeface="Trebuchet MS"/>
              </a:rPr>
              <a:t>What works well</a:t>
            </a:r>
            <a:endParaRPr b="0" lang="en-US" sz="1800" spc="-1" strike="noStrike">
              <a:solidFill>
                <a:schemeClr val="dk1">
                  <a:lumMod val="75000"/>
                  <a:lumOff val="25000"/>
                </a:schemeClr>
              </a:solidFill>
              <a:latin typeface="Trebuchet MS"/>
            </a:endParaRPr>
          </a:p>
          <a:p>
            <a:pPr marL="343080" indent="-343080" defTabSz="457200">
              <a:lnSpc>
                <a:spcPct val="100000"/>
              </a:lnSpc>
              <a:spcBef>
                <a:spcPts val="1001"/>
              </a:spcBef>
              <a:buClr>
                <a:srgbClr val="5fcbef"/>
              </a:buClr>
              <a:buSzPct val="80000"/>
              <a:buFont typeface="Wingdings 3" charset="2"/>
              <a:buChar char=""/>
            </a:pPr>
            <a:r>
              <a:rPr b="1" lang="en-US" sz="1800" spc="-1" strike="noStrike">
                <a:solidFill>
                  <a:schemeClr val="dk1">
                    <a:lumMod val="75000"/>
                    <a:lumOff val="25000"/>
                  </a:schemeClr>
                </a:solidFill>
                <a:latin typeface="Trebuchet MS"/>
                <a:ea typeface="Trebuchet MS"/>
              </a:rPr>
              <a:t>CNNs:</a:t>
            </a:r>
            <a:r>
              <a:rPr b="0" lang="en-US" sz="1800" spc="-1" strike="noStrike">
                <a:solidFill>
                  <a:schemeClr val="dk1">
                    <a:lumMod val="75000"/>
                    <a:lumOff val="25000"/>
                  </a:schemeClr>
                </a:solidFill>
                <a:latin typeface="Trebuchet MS"/>
                <a:ea typeface="Trebuchet MS"/>
              </a:rPr>
              <a:t> spatially structured — occlusion reveals </a:t>
            </a:r>
            <a:r>
              <a:rPr b="0" i="1" lang="en-US" sz="1800" spc="-1" strike="noStrike">
                <a:solidFill>
                  <a:schemeClr val="dk1">
                    <a:lumMod val="75000"/>
                    <a:lumOff val="25000"/>
                  </a:schemeClr>
                </a:solidFill>
                <a:latin typeface="Trebuchet MS"/>
                <a:ea typeface="Trebuchet MS"/>
              </a:rPr>
              <a:t>where</a:t>
            </a:r>
            <a:r>
              <a:rPr b="0" lang="en-US" sz="1800" spc="-1" strike="noStrike">
                <a:solidFill>
                  <a:schemeClr val="dk1">
                    <a:lumMod val="75000"/>
                    <a:lumOff val="25000"/>
                  </a:schemeClr>
                </a:solidFill>
                <a:latin typeface="Trebuchet MS"/>
                <a:ea typeface="Trebuchet MS"/>
              </a:rPr>
              <a:t> the network looks.</a:t>
            </a:r>
            <a:br>
              <a:rPr sz="1800"/>
            </a:br>
            <a:r>
              <a:rPr b="0" lang="en-US" sz="1800" spc="-1" strike="noStrike">
                <a:solidFill>
                  <a:schemeClr val="dk1">
                    <a:lumMod val="75000"/>
                    <a:lumOff val="25000"/>
                  </a:schemeClr>
                </a:solidFill>
                <a:latin typeface="Trebuchet MS"/>
                <a:ea typeface="Trebuchet MS"/>
              </a:rPr>
              <a:t> → Heatmaps correspond to meaningful digit regions/strokes.</a:t>
            </a:r>
            <a:br>
              <a:rPr sz="1800"/>
            </a:br>
            <a:r>
              <a:rPr b="0" lang="en-US" sz="1800" spc="-1" strike="noStrike">
                <a:solidFill>
                  <a:schemeClr val="dk1">
                    <a:lumMod val="75000"/>
                    <a:lumOff val="25000"/>
                  </a:schemeClr>
                </a:solidFill>
                <a:latin typeface="Trebuchet MS"/>
              </a:rPr>
              <a:t> </a:t>
            </a:r>
            <a:endParaRPr b="0" lang="en-US" sz="1800" spc="-1" strike="noStrike">
              <a:solidFill>
                <a:schemeClr val="dk1">
                  <a:lumMod val="75000"/>
                  <a:lumOff val="25000"/>
                </a:schemeClr>
              </a:solidFill>
              <a:latin typeface="Trebuchet MS"/>
            </a:endParaRPr>
          </a:p>
          <a:p>
            <a:pPr marL="343080" indent="-343080" defTabSz="457200">
              <a:lnSpc>
                <a:spcPct val="100000"/>
              </a:lnSpc>
              <a:spcBef>
                <a:spcPts val="1001"/>
              </a:spcBef>
              <a:buClr>
                <a:srgbClr val="5fcbef"/>
              </a:buClr>
              <a:buSzPct val="80000"/>
              <a:buFont typeface="Wingdings 3" charset="2"/>
              <a:buChar char=""/>
            </a:pPr>
            <a:r>
              <a:rPr b="1" lang="en-US" sz="1800" spc="-1" strike="noStrike">
                <a:solidFill>
                  <a:schemeClr val="dk1">
                    <a:lumMod val="75000"/>
                    <a:lumOff val="25000"/>
                  </a:schemeClr>
                </a:solidFill>
                <a:latin typeface="Trebuchet MS"/>
                <a:ea typeface="Trebuchet MS"/>
              </a:rPr>
              <a:t>Where meaning breaks down</a:t>
            </a:r>
            <a:endParaRPr b="0" lang="en-US" sz="1800" spc="-1" strike="noStrike">
              <a:solidFill>
                <a:schemeClr val="dk1">
                  <a:lumMod val="75000"/>
                  <a:lumOff val="25000"/>
                </a:schemeClr>
              </a:solidFill>
              <a:latin typeface="Trebuchet MS"/>
            </a:endParaRPr>
          </a:p>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ea typeface="Trebuchet MS"/>
              </a:rPr>
              <a:t>Models like </a:t>
            </a:r>
            <a:r>
              <a:rPr b="1" lang="en-US" sz="1800" spc="-1" strike="noStrike">
                <a:solidFill>
                  <a:schemeClr val="dk1">
                    <a:lumMod val="75000"/>
                    <a:lumOff val="25000"/>
                  </a:schemeClr>
                </a:solidFill>
                <a:latin typeface="Trebuchet MS"/>
                <a:ea typeface="Trebuchet MS"/>
              </a:rPr>
              <a:t>KNN, Decision Trees, Naive Bayes, MLP</a:t>
            </a:r>
            <a:r>
              <a:rPr b="0" lang="en-US" sz="1800" spc="-1" strike="noStrike">
                <a:solidFill>
                  <a:schemeClr val="dk1">
                    <a:lumMod val="75000"/>
                    <a:lumOff val="25000"/>
                  </a:schemeClr>
                </a:solidFill>
                <a:latin typeface="Trebuchet MS"/>
                <a:ea typeface="Trebuchet MS"/>
              </a:rPr>
              <a:t> treat the image as a </a:t>
            </a:r>
            <a:r>
              <a:rPr b="1" lang="en-US" sz="1800" spc="-1" strike="noStrike">
                <a:solidFill>
                  <a:schemeClr val="dk1">
                    <a:lumMod val="75000"/>
                    <a:lumOff val="25000"/>
                  </a:schemeClr>
                </a:solidFill>
                <a:latin typeface="Trebuchet MS"/>
                <a:ea typeface="Trebuchet MS"/>
              </a:rPr>
              <a:t>flat 784-dimensional vector</a:t>
            </a:r>
            <a:r>
              <a:rPr b="0" lang="en-US" sz="1800" spc="-1" strike="noStrike">
                <a:solidFill>
                  <a:schemeClr val="dk1">
                    <a:lumMod val="75000"/>
                    <a:lumOff val="25000"/>
                  </a:schemeClr>
                </a:solidFill>
                <a:latin typeface="Trebuchet MS"/>
                <a:ea typeface="Trebuchet MS"/>
              </a:rPr>
              <a:t>:</a:t>
            </a:r>
            <a:endParaRPr b="0" lang="en-US" sz="1800" spc="-1" strike="noStrike">
              <a:solidFill>
                <a:schemeClr val="dk1">
                  <a:lumMod val="75000"/>
                  <a:lumOff val="25000"/>
                </a:schemeClr>
              </a:solidFill>
              <a:latin typeface="Trebuchet MS"/>
            </a:endParaRPr>
          </a:p>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ea typeface="Trebuchet MS"/>
              </a:rPr>
              <a:t>No local receptive fields</a:t>
            </a:r>
            <a:endParaRPr b="0" lang="en-US" sz="1800" spc="-1" strike="noStrike">
              <a:solidFill>
                <a:schemeClr val="dk1">
                  <a:lumMod val="75000"/>
                  <a:lumOff val="25000"/>
                </a:schemeClr>
              </a:solidFill>
              <a:latin typeface="Trebuchet MS"/>
            </a:endParaRPr>
          </a:p>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ea typeface="Trebuchet MS"/>
              </a:rPr>
              <a:t>No concept of “patch”, “neighborhood”, or spatial continuity</a:t>
            </a:r>
            <a:endParaRPr b="0" lang="en-US" sz="1800" spc="-1" strike="noStrike">
              <a:solidFill>
                <a:schemeClr val="dk1">
                  <a:lumMod val="75000"/>
                  <a:lumOff val="25000"/>
                </a:schemeClr>
              </a:solidFill>
              <a:latin typeface="Trebuchet MS"/>
            </a:endParaRPr>
          </a:p>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ea typeface="Trebuchet MS"/>
              </a:rPr>
              <a:t>Occlusion = just changing some </a:t>
            </a:r>
            <a:r>
              <a:rPr b="1" lang="en-US" sz="1800" spc="-1" strike="noStrike">
                <a:solidFill>
                  <a:schemeClr val="dk1">
                    <a:lumMod val="75000"/>
                    <a:lumOff val="25000"/>
                  </a:schemeClr>
                </a:solidFill>
                <a:latin typeface="Trebuchet MS"/>
                <a:ea typeface="Trebuchet MS"/>
              </a:rPr>
              <a:t>feature values</a:t>
            </a:r>
            <a:r>
              <a:rPr b="0" lang="en-US" sz="1800" spc="-1" strike="noStrike">
                <a:solidFill>
                  <a:schemeClr val="dk1">
                    <a:lumMod val="75000"/>
                    <a:lumOff val="25000"/>
                  </a:schemeClr>
                </a:solidFill>
                <a:latin typeface="Trebuchet MS"/>
                <a:ea typeface="Trebuchet MS"/>
              </a:rPr>
              <a:t>, not hiding a region</a:t>
            </a:r>
            <a:endParaRPr b="0" lang="en-US" sz="1800" spc="-1" strike="noStrike">
              <a:solidFill>
                <a:schemeClr val="dk1">
                  <a:lumMod val="75000"/>
                  <a:lumOff val="25000"/>
                </a:schemeClr>
              </a:solidFill>
              <a:latin typeface="Trebuchet MS"/>
            </a:endParaRPr>
          </a:p>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ea typeface="Trebuchet MS"/>
              </a:rPr>
              <a:t>So the heatmaps are </a:t>
            </a:r>
            <a:r>
              <a:rPr b="1" lang="en-US" sz="1800" spc="-1" strike="noStrike">
                <a:solidFill>
                  <a:schemeClr val="dk1">
                    <a:lumMod val="75000"/>
                    <a:lumOff val="25000"/>
                  </a:schemeClr>
                </a:solidFill>
                <a:latin typeface="Trebuchet MS"/>
                <a:ea typeface="Trebuchet MS"/>
              </a:rPr>
              <a:t>valid sensitivity maps</a:t>
            </a:r>
            <a:r>
              <a:rPr b="0" lang="en-US" sz="1800" spc="-1" strike="noStrike">
                <a:solidFill>
                  <a:schemeClr val="dk1">
                    <a:lumMod val="75000"/>
                    <a:lumOff val="25000"/>
                  </a:schemeClr>
                </a:solidFill>
                <a:latin typeface="Trebuchet MS"/>
                <a:ea typeface="Trebuchet MS"/>
              </a:rPr>
              <a:t>, but </a:t>
            </a:r>
            <a:r>
              <a:rPr b="1" lang="en-US" sz="1800" spc="-1" strike="noStrike">
                <a:solidFill>
                  <a:schemeClr val="dk1">
                    <a:lumMod val="75000"/>
                    <a:lumOff val="25000"/>
                  </a:schemeClr>
                </a:solidFill>
                <a:latin typeface="Trebuchet MS"/>
                <a:ea typeface="Trebuchet MS"/>
              </a:rPr>
              <a:t>not true spatial saliency maps</a:t>
            </a:r>
            <a:r>
              <a:rPr b="0" lang="en-US" sz="1800" spc="-1" strike="noStrike">
                <a:solidFill>
                  <a:schemeClr val="dk1">
                    <a:lumMod val="75000"/>
                    <a:lumOff val="25000"/>
                  </a:schemeClr>
                </a:solidFill>
                <a:latin typeface="Trebuchet MS"/>
                <a:ea typeface="Trebuchet MS"/>
              </a:rPr>
              <a:t>.</a:t>
            </a:r>
            <a:endParaRPr b="0" lang="en-US" sz="1800" spc="-1" strike="noStrike">
              <a:solidFill>
                <a:schemeClr val="dk1">
                  <a:lumMod val="75000"/>
                  <a:lumOff val="25000"/>
                </a:schemeClr>
              </a:solidFill>
              <a:latin typeface="Trebuchet MS"/>
            </a:endParaRPr>
          </a:p>
          <a:p>
            <a:pPr indent="0" defTabSz="457200">
              <a:lnSpc>
                <a:spcPct val="100000"/>
              </a:lnSpc>
              <a:spcBef>
                <a:spcPts val="1001"/>
              </a:spcBef>
              <a:buNone/>
            </a:pPr>
            <a:endParaRPr b="0" lang="en-US" sz="1600" spc="-1" strike="noStrike">
              <a:solidFill>
                <a:schemeClr val="dk1">
                  <a:lumMod val="75000"/>
                  <a:lumOff val="25000"/>
                </a:schemeClr>
              </a:solidFill>
              <a:latin typeface="Trebuchet MS"/>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9"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k-NN and Learning examples</a:t>
            </a:r>
            <a:endParaRPr b="0" lang="en-US" sz="3600" spc="-1" strike="noStrike">
              <a:solidFill>
                <a:schemeClr val="dk1"/>
              </a:solidFill>
              <a:latin typeface="Trebuchet MS"/>
            </a:endParaRPr>
          </a:p>
        </p:txBody>
      </p:sp>
      <p:sp>
        <p:nvSpPr>
          <p:cNvPr id="450" name="Content Placeholder 3"/>
          <p:cNvSpPr/>
          <p:nvPr/>
        </p:nvSpPr>
        <p:spPr>
          <a:xfrm>
            <a:off x="405360" y="2396160"/>
            <a:ext cx="11381400" cy="3554280"/>
          </a:xfrm>
          <a:prstGeom prst="roundRect">
            <a:avLst>
              <a:gd name="adj" fmla="val 16667"/>
            </a:avLst>
          </a:prstGeom>
          <a:blipFill rotWithShape="0">
            <a:blip r:embed="rId1"/>
            <a:srcRect/>
            <a:stretch/>
          </a:blipFill>
          <a:ln w="0">
            <a:noFill/>
          </a:ln>
          <a:effectLst>
            <a:outerShdw algn="tl" blurRad="76320" dir="7800819" dist="38073" rotWithShape="0">
              <a:srgbClr val="000000">
                <a:alpha val="40000"/>
              </a:srgbClr>
            </a:outerShdw>
          </a:effectLst>
          <a:scene3d>
            <a:camera prst="orthographicFront"/>
            <a:lightRig dir="t" rig="contrasting">
              <a:rot lat="0" lon="0" rev="4200000"/>
            </a:lightRig>
          </a:scene3d>
          <a:sp3d prstMaterial="plastic">
            <a:bevelT prst="relaxedInset" w="381000" h="114300"/>
            <a:contourClr>
              <a:srgbClr val="969696"/>
            </a:contourClr>
          </a:sp3d>
        </p:spPr>
        <p:style>
          <a:lnRef idx="0"/>
          <a:fillRef idx="0"/>
          <a:effectRef idx="0"/>
          <a:fontRef idx="minor"/>
        </p:style>
        <p:txBody>
          <a:bodyPr lIns="90000" rIns="90000" tIns="45000" bIns="45000" anchor="t">
            <a:noAutofit/>
          </a:bodyPr>
          <a:p>
            <a:endParaRPr b="0" lang="en-IN" sz="1800" spc="-1" strike="noStrike">
              <a:solidFill>
                <a:srgbClr val="000000"/>
              </a:solidFill>
              <a:latin typeface="Arial"/>
            </a:endParaRPr>
          </a:p>
        </p:txBody>
      </p:sp>
      <p:sp>
        <p:nvSpPr>
          <p:cNvPr id="451" name="TextBox 2"/>
          <p:cNvSpPr/>
          <p:nvPr/>
        </p:nvSpPr>
        <p:spPr>
          <a:xfrm>
            <a:off x="680400" y="1469520"/>
            <a:ext cx="9388440" cy="914040"/>
          </a:xfrm>
          <a:prstGeom prst="rect">
            <a:avLst/>
          </a:prstGeom>
          <a:noFill/>
          <a:ln w="0">
            <a:noFill/>
          </a:ln>
        </p:spPr>
        <p:style>
          <a:lnRef idx="0"/>
          <a:fillRef idx="0"/>
          <a:effectRef idx="0"/>
          <a:fontRef idx="minor"/>
        </p:style>
        <p:txBody>
          <a:bodyPr numCol="1" spcCol="0" horzOverflow="overflow" anchor="t">
            <a:spAutoFit/>
          </a:bodyPr>
          <a:p>
            <a:pPr marL="285840" indent="-285840" defTabSz="914400">
              <a:lnSpc>
                <a:spcPct val="100000"/>
              </a:lnSpc>
              <a:buClr>
                <a:srgbClr val="000000"/>
              </a:buClr>
              <a:buFont typeface="Calibri"/>
              <a:buChar char="-"/>
            </a:pPr>
            <a:r>
              <a:rPr b="1" lang="en-US" sz="1800" spc="-1" strike="noStrike">
                <a:solidFill>
                  <a:schemeClr val="dk1"/>
                </a:solidFill>
                <a:latin typeface="Trebuchet MS"/>
              </a:rPr>
              <a:t>nearest training image</a:t>
            </a:r>
            <a:r>
              <a:rPr b="0" lang="en-US" sz="1800" spc="-1" strike="noStrike">
                <a:solidFill>
                  <a:schemeClr val="dk1"/>
                </a:solidFill>
                <a:latin typeface="Trebuchet MS"/>
              </a:rPr>
              <a:t> and a </a:t>
            </a:r>
            <a:r>
              <a:rPr b="0" i="1" lang="en-US" sz="1800" spc="-1" strike="noStrike">
                <a:solidFill>
                  <a:schemeClr val="dk1"/>
                </a:solidFill>
                <a:latin typeface="Trebuchet MS"/>
              </a:rPr>
              <a:t>difference map</a:t>
            </a:r>
            <a:r>
              <a:rPr b="0" lang="en-US" sz="1800" spc="-1" strike="noStrike">
                <a:solidFill>
                  <a:schemeClr val="dk1"/>
                </a:solidFill>
                <a:latin typeface="Trebuchet MS"/>
              </a:rPr>
              <a:t> (test image minus nearest-train)</a:t>
            </a:r>
            <a:endParaRPr b="0" lang="en-IN" sz="1800" spc="-1" strike="noStrike">
              <a:solidFill>
                <a:srgbClr val="000000"/>
              </a:solidFill>
              <a:latin typeface="Arial"/>
            </a:endParaRPr>
          </a:p>
          <a:p>
            <a:pPr marL="285840" indent="-285840" defTabSz="914400">
              <a:lnSpc>
                <a:spcPct val="100000"/>
              </a:lnSpc>
              <a:buClr>
                <a:srgbClr val="000000"/>
              </a:buClr>
              <a:buFont typeface="Calibri"/>
              <a:buChar char="-"/>
            </a:pPr>
            <a:r>
              <a:rPr b="0" lang="en-US" sz="1800" spc="-1" strike="noStrike">
                <a:solidFill>
                  <a:schemeClr val="dk1"/>
                </a:solidFill>
                <a:latin typeface="Trebuchet MS"/>
              </a:rPr>
              <a:t>k-NN matches the exact examples</a:t>
            </a:r>
            <a:endParaRPr b="0" lang="en-IN" sz="1800" spc="-1" strike="noStrike">
              <a:solidFill>
                <a:srgbClr val="000000"/>
              </a:solidFill>
              <a:latin typeface="Arial"/>
            </a:endParaRPr>
          </a:p>
          <a:p>
            <a:pPr algn="ctr" defTabSz="914400">
              <a:lnSpc>
                <a:spcPct val="100000"/>
              </a:lnSpc>
            </a:pP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cxnSp>
        <p:nvCxnSpPr>
          <p:cNvPr id="452" name="Straight Connector 38">
            <a:extLst>
              <a:ext uri="{C183D7F6-B498-43B3-948B-1728B52AA6E4}">
                <adec:decorative xmlns:adec="http://schemas.microsoft.com/office/drawing/2017/decorative" val="1"/>
              </a:ext>
            </a:extLst>
          </p:cNvPr>
          <p:cNvCxnSpPr/>
          <p:nvPr/>
        </p:nvCxnSpPr>
        <p:spPr>
          <a:xfrm>
            <a:off x="4241520" y="1460160"/>
            <a:ext cx="360" cy="3937680"/>
          </a:xfrm>
          <a:prstGeom prst="straightConnector1">
            <a:avLst/>
          </a:prstGeom>
          <a:ln cap="rnd">
            <a:solidFill>
              <a:srgbClr val="5fcbef"/>
            </a:solidFill>
            <a:round/>
          </a:ln>
        </p:spPr>
      </p:cxnSp>
      <p:sp>
        <p:nvSpPr>
          <p:cNvPr id="453" name="PlaceHolder 1"/>
          <p:cNvSpPr>
            <a:spLocks noGrp="1"/>
          </p:cNvSpPr>
          <p:nvPr>
            <p:ph type="title"/>
          </p:nvPr>
        </p:nvSpPr>
        <p:spPr>
          <a:xfrm>
            <a:off x="643320" y="816480"/>
            <a:ext cx="3367080" cy="5224320"/>
          </a:xfrm>
          <a:prstGeom prst="rect">
            <a:avLst/>
          </a:prstGeom>
          <a:noFill/>
          <a:ln w="0">
            <a:noFill/>
          </a:ln>
        </p:spPr>
        <p:txBody>
          <a:bodyPr lIns="91440" rIns="91440" tIns="45720" bIns="45720" anchor="ctr">
            <a:normAutofit/>
          </a:bodyPr>
          <a:p>
            <a:pPr indent="0" defTabSz="457200">
              <a:lnSpc>
                <a:spcPct val="100000"/>
              </a:lnSpc>
              <a:buNone/>
            </a:pPr>
            <a:r>
              <a:rPr b="0" lang="en-US" sz="3600" spc="-1" strike="noStrike">
                <a:solidFill>
                  <a:schemeClr val="accent1"/>
                </a:solidFill>
                <a:latin typeface="Trebuchet MS"/>
              </a:rPr>
              <a:t>Future directions and Demo</a:t>
            </a:r>
            <a:endParaRPr b="0" lang="en-US" sz="3600" spc="-1" strike="noStrike">
              <a:solidFill>
                <a:schemeClr val="dk1"/>
              </a:solidFill>
              <a:latin typeface="Trebuchet MS"/>
            </a:endParaRPr>
          </a:p>
        </p:txBody>
      </p:sp>
      <p:sp>
        <p:nvSpPr>
          <p:cNvPr id="454" name="TextBox 2"/>
          <p:cNvSpPr/>
          <p:nvPr/>
        </p:nvSpPr>
        <p:spPr>
          <a:xfrm>
            <a:off x="4654440" y="816480"/>
            <a:ext cx="4619520" cy="5224320"/>
          </a:xfrm>
          <a:prstGeom prst="rect">
            <a:avLst/>
          </a:prstGeom>
          <a:noFill/>
          <a:ln w="0">
            <a:noFill/>
          </a:ln>
        </p:spPr>
        <p:style>
          <a:lnRef idx="0"/>
          <a:fillRef idx="0"/>
          <a:effectRef idx="0"/>
          <a:fontRef idx="minor"/>
        </p:style>
        <p:txBody>
          <a:bodyPr numCol="1" spcCol="0" horzOverflow="overflow" anchor="ctr">
            <a:normAutofit/>
          </a:bodyPr>
          <a:p>
            <a:pPr defTabSz="457200">
              <a:lnSpc>
                <a:spcPct val="100000"/>
              </a:lnSpc>
              <a:spcBef>
                <a:spcPts val="1001"/>
              </a:spcBef>
            </a:pPr>
            <a:r>
              <a:rPr b="1" lang="en-US" sz="1800" spc="-1" strike="noStrike">
                <a:solidFill>
                  <a:schemeClr val="dk1">
                    <a:lumMod val="75000"/>
                    <a:lumOff val="25000"/>
                  </a:schemeClr>
                </a:solidFill>
                <a:latin typeface="Trebuchet MS"/>
              </a:rPr>
              <a:t>Beyond Occlusion: </a:t>
            </a:r>
            <a:endParaRPr b="0" lang="en-IN" sz="1800" spc="-1" strike="noStrike">
              <a:solidFill>
                <a:srgbClr val="000000"/>
              </a:solidFill>
              <a:latin typeface="Arial"/>
            </a:endParaRPr>
          </a:p>
          <a:p>
            <a:pPr defTabSz="457200">
              <a:lnSpc>
                <a:spcPct val="100000"/>
              </a:lnSpc>
              <a:spcBef>
                <a:spcPts val="1001"/>
              </a:spcBef>
            </a:pPr>
            <a:r>
              <a:rPr b="1" lang="en-US" sz="1800" spc="-1" strike="noStrike">
                <a:solidFill>
                  <a:schemeClr val="dk1">
                    <a:lumMod val="75000"/>
                    <a:lumOff val="25000"/>
                  </a:schemeClr>
                </a:solidFill>
                <a:latin typeface="Trebuchet MS"/>
              </a:rPr>
              <a:t>Exploring Modern Explainability:</a:t>
            </a:r>
            <a:r>
              <a:rPr b="0" lang="en-US" sz="1800" spc="-1" strike="noStrike">
                <a:solidFill>
                  <a:schemeClr val="dk1">
                    <a:lumMod val="75000"/>
                    <a:lumOff val="25000"/>
                  </a:schemeClr>
                </a:solidFill>
                <a:latin typeface="Trebuchet MS"/>
              </a:rPr>
              <a:t> While occlusion sensitivity provides intuitive local explanations, it's just one method. Future explorations could delve into more advanced techniques like </a:t>
            </a:r>
            <a:r>
              <a:rPr b="0" lang="en-US" sz="2400" spc="-1" strike="noStrike">
                <a:solidFill>
                  <a:schemeClr val="dk1">
                    <a:lumMod val="75000"/>
                    <a:lumOff val="25000"/>
                  </a:schemeClr>
                </a:solidFill>
                <a:latin typeface="Trebuchet MS"/>
              </a:rPr>
              <a:t>S</a:t>
            </a:r>
            <a:r>
              <a:rPr b="1" lang="en-US" sz="2400" spc="-1" strike="noStrike">
                <a:solidFill>
                  <a:srgbClr val="c00000"/>
                </a:solidFill>
                <a:latin typeface="Trebuchet MS"/>
              </a:rPr>
              <a:t>HAP, LIME, or Grad-CAM</a:t>
            </a:r>
            <a:r>
              <a:rPr b="0" lang="en-US" sz="1800" spc="-1" strike="noStrike">
                <a:solidFill>
                  <a:schemeClr val="dk1">
                    <a:lumMod val="75000"/>
                    <a:lumOff val="25000"/>
                  </a:schemeClr>
                </a:solidFill>
                <a:latin typeface="Trebuchet MS"/>
              </a:rPr>
              <a:t>, which offer different perspectives on model interpretability and often richer insights into complex deep learning architectures.</a:t>
            </a:r>
            <a:endParaRPr b="0" lang="en-IN" sz="1800" spc="-1" strike="noStrike">
              <a:solidFill>
                <a:srgbClr val="000000"/>
              </a:solidFill>
              <a:latin typeface="Arial"/>
            </a:endParaRPr>
          </a:p>
          <a:p>
            <a:pPr defTabSz="457200">
              <a:lnSpc>
                <a:spcPct val="100000"/>
              </a:lnSpc>
              <a:spcBef>
                <a:spcPts val="1001"/>
              </a:spcBef>
            </a:pP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455" name="Group 8">
            <a:extLst>
              <a:ext uri="{C183D7F6-B498-43B3-948B-1728B52AA6E4}">
                <adec:decorative xmlns:adec="http://schemas.microsoft.com/office/drawing/2017/decorative" val="1"/>
              </a:ext>
            </a:extLst>
          </p:cNvPr>
          <p:cNvGrpSpPr/>
          <p:nvPr/>
        </p:nvGrpSpPr>
        <p:grpSpPr>
          <a:xfrm>
            <a:off x="0" y="-8640"/>
            <a:ext cx="12191760" cy="6866640"/>
            <a:chOff x="0" y="-8640"/>
            <a:chExt cx="12191760" cy="6866640"/>
          </a:xfrm>
        </p:grpSpPr>
        <p:cxnSp>
          <p:nvCxnSpPr>
            <p:cNvPr id="456" name="Straight Connector 9">
              <a:extLst>
                <a:ext uri="{C183D7F6-B498-43B3-948B-1728B52AA6E4}">
                  <adec:decorative xmlns:adec="http://schemas.microsoft.com/office/drawing/2017/decorative" val="1"/>
                </a:ext>
              </a:extLst>
            </p:cNvPr>
            <p:cNvCxnSpPr/>
            <p:nvPr/>
          </p:nvCxnSpPr>
          <p:spPr>
            <a:xfrm>
              <a:off x="9370800" y="0"/>
              <a:ext cx="1219680" cy="6858360"/>
            </a:xfrm>
            <a:prstGeom prst="straightConnector1">
              <a:avLst/>
            </a:prstGeom>
            <a:ln cap="rnd" w="9525">
              <a:solidFill>
                <a:srgbClr val="5fcbef">
                  <a:alpha val="70000"/>
                </a:srgbClr>
              </a:solidFill>
              <a:round/>
            </a:ln>
          </p:spPr>
        </p:cxnSp>
        <p:cxnSp>
          <p:nvCxnSpPr>
            <p:cNvPr id="457" name="Straight Connector 10">
              <a:extLst>
                <a:ext uri="{C183D7F6-B498-43B3-948B-1728B52AA6E4}">
                  <adec:decorative xmlns:adec="http://schemas.microsoft.com/office/drawing/2017/decorative" val="1"/>
                </a:ext>
              </a:extLst>
            </p:cNvPr>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458" name="Rectangle 23">
              <a:extLst>
                <a:ext uri="{C183D7F6-B498-43B3-948B-1728B52AA6E4}">
                  <adec:decorative xmlns:adec="http://schemas.microsoft.com/office/drawing/2017/decorative" val="1"/>
                </a:ext>
              </a:extLst>
            </p:cNvPr>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59" name="Rectangle 25">
              <a:extLst>
                <a:ext uri="{C183D7F6-B498-43B3-948B-1728B52AA6E4}">
                  <adec:decorative xmlns:adec="http://schemas.microsoft.com/office/drawing/2017/decorative" val="1"/>
                </a:ext>
              </a:extLst>
            </p:cNvPr>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60" name="Isosceles Triangle 13">
              <a:extLst>
                <a:ext uri="{C183D7F6-B498-43B3-948B-1728B52AA6E4}">
                  <adec:decorative xmlns:adec="http://schemas.microsoft.com/office/drawing/2017/decorative" val="1"/>
                </a:ext>
              </a:extLst>
            </p:cNvPr>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461" name="Rectangle 27">
              <a:extLst>
                <a:ext uri="{C183D7F6-B498-43B3-948B-1728B52AA6E4}">
                  <adec:decorative xmlns:adec="http://schemas.microsoft.com/office/drawing/2017/decorative" val="1"/>
                </a:ext>
              </a:extLst>
            </p:cNvPr>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462" name="Rectangle 28">
              <a:extLst>
                <a:ext uri="{C183D7F6-B498-43B3-948B-1728B52AA6E4}">
                  <adec:decorative xmlns:adec="http://schemas.microsoft.com/office/drawing/2017/decorative" val="1"/>
                </a:ext>
              </a:extLst>
            </p:cNvPr>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463" name="Rectangle 29">
              <a:extLst>
                <a:ext uri="{C183D7F6-B498-43B3-948B-1728B52AA6E4}">
                  <adec:decorative xmlns:adec="http://schemas.microsoft.com/office/drawing/2017/decorative" val="1"/>
                </a:ext>
              </a:extLst>
            </p:cNvPr>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464" name="Isosceles Triangle 17">
              <a:extLst>
                <a:ext uri="{C183D7F6-B498-43B3-948B-1728B52AA6E4}">
                  <adec:decorative xmlns:adec="http://schemas.microsoft.com/office/drawing/2017/decorative" val="1"/>
                </a:ext>
              </a:extLst>
            </p:cNvPr>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465" name="Isosceles Triangle 18">
              <a:extLst>
                <a:ext uri="{C183D7F6-B498-43B3-948B-1728B52AA6E4}">
                  <adec:decorative xmlns:adec="http://schemas.microsoft.com/office/drawing/2017/decorative" val="1"/>
                </a:ext>
              </a:extLst>
            </p:cNvPr>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useBgFill="1">
        <p:nvSpPr>
          <p:cNvPr id="466" name="Rectangle 20">
            <a:extLst>
              <a:ext uri="{C183D7F6-B498-43B3-948B-1728B52AA6E4}">
                <adec:decorative xmlns:adec="http://schemas.microsoft.com/office/drawing/2017/decorative" val="1"/>
              </a:ext>
            </a:extLst>
          </p:cNvPr>
          <p:cNvSpPr/>
          <p:nvPr/>
        </p:nvSpPr>
        <p:spPr>
          <a:xfrm>
            <a:off x="0" y="0"/>
            <a:ext cx="1218852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Trebuchet MS"/>
            </a:endParaRPr>
          </a:p>
        </p:txBody>
      </p:sp>
      <p:pic>
        <p:nvPicPr>
          <p:cNvPr id="467" name="Content Placeholder 3" descr="A screenshot of a computer&#10;&#10;AI-generated content may be incorrect."/>
          <p:cNvPicPr/>
          <p:nvPr/>
        </p:nvPicPr>
        <p:blipFill>
          <a:blip r:embed="rId1"/>
          <a:stretch/>
        </p:blipFill>
        <p:spPr>
          <a:xfrm>
            <a:off x="1347120" y="-3600"/>
            <a:ext cx="8821440" cy="5872680"/>
          </a:xfrm>
          <a:prstGeom prst="rect">
            <a:avLst/>
          </a:prstGeom>
          <a:ln w="0">
            <a:noFill/>
          </a:ln>
        </p:spPr>
      </p:pic>
      <p:sp>
        <p:nvSpPr>
          <p:cNvPr id="468" name="TextBox 4"/>
          <p:cNvSpPr/>
          <p:nvPr/>
        </p:nvSpPr>
        <p:spPr>
          <a:xfrm>
            <a:off x="2688480" y="6218280"/>
            <a:ext cx="10394640" cy="63972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b="0" lang="en-US" sz="1800" spc="-1" strike="noStrike">
                <a:solidFill>
                  <a:schemeClr val="dk1"/>
                </a:solidFill>
                <a:latin typeface="Trebuchet MS"/>
              </a:rPr>
              <a:t>https://www.siliconbrain.in/handwritten-digit-recognizer</a:t>
            </a:r>
            <a:endParaRPr b="0" lang="en-IN" sz="1800" spc="-1" strike="noStrike">
              <a:solidFill>
                <a:srgbClr val="000000"/>
              </a:solidFill>
              <a:latin typeface="Arial"/>
            </a:endParaRPr>
          </a:p>
          <a:p>
            <a:pPr algn="ctr" defTabSz="914400">
              <a:lnSpc>
                <a:spcPct val="100000"/>
              </a:lnSpc>
            </a:pP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69" name="Content Placeholder 3" descr="A screenshot of a computer&#10;&#10;AI-generated content may be incorrect."/>
          <p:cNvPicPr/>
          <p:nvPr/>
        </p:nvPicPr>
        <p:blipFill>
          <a:blip r:embed="rId1"/>
          <a:srcRect l="0" t="10238" r="0" b="22096"/>
          <a:stretch/>
        </p:blipFill>
        <p:spPr>
          <a:xfrm>
            <a:off x="3993840" y="1292040"/>
            <a:ext cx="8200080" cy="4684680"/>
          </a:xfrm>
          <a:prstGeom prst="rect">
            <a:avLst/>
          </a:prstGeom>
          <a:ln w="0">
            <a:noFill/>
          </a:ln>
        </p:spPr>
      </p:pic>
      <p:pic>
        <p:nvPicPr>
          <p:cNvPr id="470" name="Picture 4" descr="A screenshot of a computer game&#10;&#10;AI-generated content may be incorrect."/>
          <p:cNvPicPr/>
          <p:nvPr/>
        </p:nvPicPr>
        <p:blipFill>
          <a:blip r:embed="rId2"/>
          <a:stretch/>
        </p:blipFill>
        <p:spPr>
          <a:xfrm>
            <a:off x="3240" y="2982240"/>
            <a:ext cx="5819400" cy="2704680"/>
          </a:xfrm>
          <a:prstGeom prst="rect">
            <a:avLst/>
          </a:prstGeom>
          <a:ln w="0">
            <a:noFill/>
          </a:ln>
        </p:spPr>
      </p:pic>
      <p:sp>
        <p:nvSpPr>
          <p:cNvPr id="471" name="PlaceHolder 1"/>
          <p:cNvSpPr>
            <a:spLocks noGrp="1"/>
          </p:cNvSpPr>
          <p:nvPr>
            <p:ph type="title"/>
          </p:nvPr>
        </p:nvSpPr>
        <p:spPr>
          <a:xfrm>
            <a:off x="253080" y="12744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Using Occlusion sensitivity to trick the classifier into recognizing a wrong digit</a:t>
            </a:r>
            <a:endParaRPr b="0" lang="en-US" sz="3600" spc="-1" strike="noStrike">
              <a:solidFill>
                <a:schemeClr val="dk1"/>
              </a:solidFill>
              <a:latin typeface="Trebuchet MS"/>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472" name="Group 75">
            <a:extLst>
              <a:ext uri="{C183D7F6-B498-43B3-948B-1728B52AA6E4}">
                <adec:decorative xmlns:adec="http://schemas.microsoft.com/office/drawing/2017/decorative" val="1"/>
              </a:ext>
            </a:extLst>
          </p:cNvPr>
          <p:cNvGrpSpPr/>
          <p:nvPr/>
        </p:nvGrpSpPr>
        <p:grpSpPr>
          <a:xfrm>
            <a:off x="0" y="-8640"/>
            <a:ext cx="12191760" cy="6866640"/>
            <a:chOff x="0" y="-8640"/>
            <a:chExt cx="12191760" cy="6866640"/>
          </a:xfrm>
        </p:grpSpPr>
        <p:cxnSp>
          <p:nvCxnSpPr>
            <p:cNvPr id="473" name="Straight Connector 16">
              <a:extLst>
                <a:ext uri="{C183D7F6-B498-43B3-948B-1728B52AA6E4}">
                  <adec:decorative xmlns:adec="http://schemas.microsoft.com/office/drawing/2017/decorative" val="1"/>
                </a:ext>
              </a:extLst>
            </p:cNvPr>
            <p:cNvCxnSpPr/>
            <p:nvPr/>
          </p:nvCxnSpPr>
          <p:spPr>
            <a:xfrm>
              <a:off x="9370800" y="0"/>
              <a:ext cx="1219680" cy="6858360"/>
            </a:xfrm>
            <a:prstGeom prst="straightConnector1">
              <a:avLst/>
            </a:prstGeom>
            <a:ln cap="rnd" w="9525">
              <a:solidFill>
                <a:srgbClr val="ffffff">
                  <a:lumMod val="75000"/>
                </a:srgbClr>
              </a:solidFill>
              <a:round/>
            </a:ln>
          </p:spPr>
        </p:cxnSp>
        <p:cxnSp>
          <p:nvCxnSpPr>
            <p:cNvPr id="474" name="Straight Connector 17">
              <a:extLst>
                <a:ext uri="{C183D7F6-B498-43B3-948B-1728B52AA6E4}">
                  <adec:decorative xmlns:adec="http://schemas.microsoft.com/office/drawing/2017/decorative" val="1"/>
                </a:ext>
              </a:extLst>
            </p:cNvPr>
            <p:cNvCxnSpPr/>
            <p:nvPr/>
          </p:nvCxnSpPr>
          <p:spPr>
            <a:xfrm flipH="1">
              <a:off x="7425000" y="3681360"/>
              <a:ext cx="4763880" cy="3177000"/>
            </a:xfrm>
            <a:prstGeom prst="straightConnector1">
              <a:avLst/>
            </a:prstGeom>
            <a:ln cap="rnd" w="9525">
              <a:solidFill>
                <a:srgbClr val="ffffff">
                  <a:lumMod val="85000"/>
                </a:srgbClr>
              </a:solidFill>
              <a:round/>
            </a:ln>
          </p:spPr>
        </p:cxnSp>
        <p:sp>
          <p:nvSpPr>
            <p:cNvPr id="475" name="Rectangle 23">
              <a:extLst>
                <a:ext uri="{C183D7F6-B498-43B3-948B-1728B52AA6E4}">
                  <adec:decorative xmlns:adec="http://schemas.microsoft.com/office/drawing/2017/decorative" val="1"/>
                </a:ext>
              </a:extLst>
            </p:cNvPr>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76" name="Rectangle 25">
              <a:extLst>
                <a:ext uri="{C183D7F6-B498-43B3-948B-1728B52AA6E4}">
                  <adec:decorative xmlns:adec="http://schemas.microsoft.com/office/drawing/2017/decorative" val="1"/>
                </a:ext>
              </a:extLst>
            </p:cNvPr>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77" name="Isosceles Triangle 20">
              <a:extLst>
                <a:ext uri="{C183D7F6-B498-43B3-948B-1728B52AA6E4}">
                  <adec:decorative xmlns:adec="http://schemas.microsoft.com/office/drawing/2017/decorative" val="1"/>
                </a:ext>
              </a:extLst>
            </p:cNvPr>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478" name="Rectangle 27">
              <a:extLst>
                <a:ext uri="{C183D7F6-B498-43B3-948B-1728B52AA6E4}">
                  <adec:decorative xmlns:adec="http://schemas.microsoft.com/office/drawing/2017/decorative" val="1"/>
                </a:ext>
              </a:extLst>
            </p:cNvPr>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479" name="Rectangle 28">
              <a:extLst>
                <a:ext uri="{C183D7F6-B498-43B3-948B-1728B52AA6E4}">
                  <adec:decorative xmlns:adec="http://schemas.microsoft.com/office/drawing/2017/decorative" val="1"/>
                </a:ext>
              </a:extLst>
            </p:cNvPr>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80" name="Rectangle 29">
              <a:extLst>
                <a:ext uri="{C183D7F6-B498-43B3-948B-1728B52AA6E4}">
                  <adec:decorative xmlns:adec="http://schemas.microsoft.com/office/drawing/2017/decorative" val="1"/>
                </a:ext>
              </a:extLst>
            </p:cNvPr>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81" name="Isosceles Triangle 24">
              <a:extLst>
                <a:ext uri="{C183D7F6-B498-43B3-948B-1728B52AA6E4}">
                  <adec:decorative xmlns:adec="http://schemas.microsoft.com/office/drawing/2017/decorative" val="1"/>
                </a:ext>
              </a:extLst>
            </p:cNvPr>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82" name="Isosceles Triangle 25">
              <a:extLst>
                <a:ext uri="{C183D7F6-B498-43B3-948B-1728B52AA6E4}">
                  <adec:decorative xmlns:adec="http://schemas.microsoft.com/office/drawing/2017/decorative" val="1"/>
                </a:ext>
              </a:extLst>
            </p:cNvPr>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pic>
        <p:nvPicPr>
          <p:cNvPr id="483" name="Picture 10" descr="Question Ppt Powerpoint Presentation File Pictures | PPT Images Gallery |  PowerPoint Slide Show | PowerPoint Presentation Templates"/>
          <p:cNvPicPr/>
          <p:nvPr/>
        </p:nvPicPr>
        <p:blipFill>
          <a:blip r:embed="rId1"/>
          <a:stretch/>
        </p:blipFill>
        <p:spPr>
          <a:xfrm>
            <a:off x="0" y="0"/>
            <a:ext cx="12191760" cy="6857640"/>
          </a:xfrm>
          <a:prstGeom prst="rect">
            <a:avLst/>
          </a:prstGeom>
          <a:ln w="0">
            <a:noFill/>
          </a:ln>
        </p:spPr>
      </p:pic>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4" name="TextBox 3"/>
          <p:cNvSpPr/>
          <p:nvPr/>
        </p:nvSpPr>
        <p:spPr>
          <a:xfrm>
            <a:off x="258840" y="1502280"/>
            <a:ext cx="9517320" cy="502884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b="0" lang="en-US" sz="1800" spc="-1" strike="noStrike">
                <a:solidFill>
                  <a:schemeClr val="dk1"/>
                </a:solidFill>
                <a:latin typeface="Trebuchet MS"/>
              </a:rPr>
              <a:t>This project aimed to compare five different classification models on the </a:t>
            </a:r>
            <a:r>
              <a:rPr b="1" lang="en-US" sz="1800" spc="-1" strike="noStrike">
                <a:solidFill>
                  <a:schemeClr val="dk1"/>
                </a:solidFill>
                <a:latin typeface="Trebuchet MS"/>
              </a:rPr>
              <a:t>MNIST handwritten digit dataset</a:t>
            </a:r>
            <a:r>
              <a:rPr b="0" lang="en-US" sz="1800" spc="-1" strike="noStrike">
                <a:solidFill>
                  <a:schemeClr val="dk1"/>
                </a:solidFill>
                <a:latin typeface="Trebuchet MS"/>
              </a:rPr>
              <a:t> and, crucially, to illustrate </a:t>
            </a:r>
            <a:r>
              <a:rPr b="0" i="1" lang="en-US" sz="1800" spc="-1" strike="noStrike">
                <a:solidFill>
                  <a:schemeClr val="dk1"/>
                </a:solidFill>
                <a:latin typeface="Trebuchet MS"/>
              </a:rPr>
              <a:t>how</a:t>
            </a:r>
            <a:r>
              <a:rPr b="0" lang="en-US" sz="1800" spc="-1" strike="noStrike">
                <a:solidFill>
                  <a:schemeClr val="dk1"/>
                </a:solidFill>
                <a:latin typeface="Trebuchet MS"/>
              </a:rPr>
              <a:t> each model arrived at its decision. The central, intuitive explanation principle used was: </a:t>
            </a:r>
            <a:r>
              <a:rPr b="1" lang="en-US" sz="1800" spc="-1" strike="noStrike">
                <a:solidFill>
                  <a:schemeClr val="dk1"/>
                </a:solidFill>
                <a:latin typeface="Trebuchet MS"/>
              </a:rPr>
              <a:t>'brighter areas on the explanation image meant those pixels mattered more to the model.'</a:t>
            </a:r>
            <a:endParaRPr b="0" lang="en-IN" sz="1800" spc="-1" strike="noStrike">
              <a:solidFill>
                <a:srgbClr val="000000"/>
              </a:solidFill>
              <a:latin typeface="Arial"/>
            </a:endParaRPr>
          </a:p>
          <a:p>
            <a:pPr defTabSz="914400">
              <a:lnSpc>
                <a:spcPct val="100000"/>
              </a:lnSpc>
            </a:pPr>
            <a:r>
              <a:rPr b="1" lang="en-US" sz="1800" spc="-1" strike="noStrike">
                <a:solidFill>
                  <a:schemeClr val="dk1"/>
                </a:solidFill>
                <a:latin typeface="Trebuchet MS"/>
              </a:rPr>
              <a:t>1. Setup and Data Loading:</a:t>
            </a:r>
            <a:r>
              <a:rPr b="0" lang="en-US" sz="1800" spc="-1" strike="noStrike">
                <a:solidFill>
                  <a:schemeClr val="dk1"/>
                </a:solidFill>
                <a:latin typeface="Trebuchet MS"/>
              </a:rPr>
              <a:t> * The notebook began by importing essential libraries like NumPy, Matplotlib, scikit-learn modules (for KNN, Decision Tree, Gaussian Naive Bayes, MLP), and TensorFlow/Keras (for the CNN). * The MNIST dataset (70,000 grayscale 28x28 pixel images) was loaded, pixel values were normalized to [0, 1], and it was split into standard 60,000 training and 10,000 testing examples.</a:t>
            </a:r>
            <a:endParaRPr b="0" lang="en-IN" sz="1800" spc="-1" strike="noStrike">
              <a:solidFill>
                <a:srgbClr val="000000"/>
              </a:solidFill>
              <a:latin typeface="Arial"/>
            </a:endParaRPr>
          </a:p>
          <a:p>
            <a:pPr defTabSz="914400">
              <a:lnSpc>
                <a:spcPct val="100000"/>
              </a:lnSpc>
            </a:pPr>
            <a:r>
              <a:rPr b="1" lang="en-US" sz="1800" spc="-1" strike="noStrike">
                <a:solidFill>
                  <a:schemeClr val="dk1"/>
                </a:solidFill>
                <a:latin typeface="Trebuchet MS"/>
              </a:rPr>
              <a:t>2. Model Definition and Training:</a:t>
            </a:r>
            <a:r>
              <a:rPr b="0" lang="en-US" sz="1800" spc="-1" strike="noStrike">
                <a:solidFill>
                  <a:schemeClr val="dk1"/>
                </a:solidFill>
                <a:latin typeface="Trebuchet MS"/>
              </a:rPr>
              <a:t> * </a:t>
            </a:r>
            <a:r>
              <a:rPr b="1" lang="en-US" sz="1800" spc="-1" strike="noStrike">
                <a:solidFill>
                  <a:schemeClr val="dk1"/>
                </a:solidFill>
                <a:latin typeface="Trebuchet MS"/>
              </a:rPr>
              <a:t>Four scikit-learn models</a:t>
            </a:r>
            <a:r>
              <a:rPr b="0" lang="en-US" sz="1800" spc="-1" strike="noStrike">
                <a:solidFill>
                  <a:schemeClr val="dk1"/>
                </a:solidFill>
                <a:latin typeface="Trebuchet MS"/>
              </a:rPr>
              <a:t> were defined: K-Nearest Neighbors (KNN), Decision Tree, Gaussian Naive Bayes, and a Multi-layer Perceptron (MLP). * A </a:t>
            </a:r>
            <a:r>
              <a:rPr b="1" lang="en-US" sz="1800" spc="-1" strike="noStrike">
                <a:solidFill>
                  <a:schemeClr val="dk1"/>
                </a:solidFill>
                <a:latin typeface="Trebuchet MS"/>
              </a:rPr>
              <a:t>Compact Convolutional Neural Network (CNN)</a:t>
            </a:r>
            <a:r>
              <a:rPr b="0" lang="en-US" sz="1800" spc="-1" strike="noStrike">
                <a:solidFill>
                  <a:schemeClr val="dk1"/>
                </a:solidFill>
                <a:latin typeface="Trebuchet MS"/>
              </a:rPr>
              <a:t> was built using Keras, featuring convolutional, pooling, flatten, dense, and dropout layers. * All five models were trained on the X_train and y_train data.</a:t>
            </a:r>
            <a:endParaRPr b="0" lang="en-IN" sz="1800" spc="-1" strike="noStrike">
              <a:solidFill>
                <a:srgbClr val="000000"/>
              </a:solidFill>
              <a:latin typeface="Arial"/>
            </a:endParaRPr>
          </a:p>
          <a:p>
            <a:pPr defTabSz="914400">
              <a:lnSpc>
                <a:spcPct val="100000"/>
              </a:lnSpc>
            </a:pPr>
            <a:r>
              <a:rPr b="1" lang="en-US" sz="1800" spc="-1" strike="noStrike">
                <a:solidFill>
                  <a:schemeClr val="dk1"/>
                </a:solidFill>
                <a:latin typeface="Trebuchet MS"/>
              </a:rPr>
              <a:t>3. Accuracy Evaluation:</a:t>
            </a:r>
            <a:r>
              <a:rPr b="0" lang="en-US" sz="1800" spc="-1" strike="noStrike">
                <a:solidFill>
                  <a:schemeClr val="dk1"/>
                </a:solidFill>
                <a:latin typeface="Trebuchet MS"/>
              </a:rPr>
              <a:t> * The models were evaluated on the test set (X_test, y_test). As expected, the CNN achieved the highest accuracy (around 99%), significantly outperforming the other models, while Naive Bayes performed the worst.</a:t>
            </a:r>
            <a:endParaRPr b="0" lang="en-IN" sz="1800" spc="-1" strike="noStrike">
              <a:solidFill>
                <a:srgbClr val="000000"/>
              </a:solidFill>
              <a:latin typeface="Arial"/>
            </a:endParaRPr>
          </a:p>
          <a:p>
            <a:pPr algn="ctr" defTabSz="914400">
              <a:lnSpc>
                <a:spcPct val="100000"/>
              </a:lnSpc>
            </a:pP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TextBox 3"/>
          <p:cNvSpPr/>
          <p:nvPr/>
        </p:nvSpPr>
        <p:spPr>
          <a:xfrm>
            <a:off x="129240" y="7200"/>
            <a:ext cx="9488520" cy="667476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b="1" lang="en-US" sz="1800" spc="-1" strike="noStrike">
                <a:solidFill>
                  <a:schemeClr val="dk1"/>
                </a:solidFill>
                <a:latin typeface="Trebuchet MS"/>
                <a:ea typeface="Segoe UI"/>
              </a:rPr>
              <a:t>4. Explanation Methodology (Occlusion):</a:t>
            </a:r>
            <a:r>
              <a:rPr b="0" lang="en-US" sz="1800" spc="-1" strike="noStrike">
                <a:solidFill>
                  <a:schemeClr val="dk1"/>
                </a:solidFill>
                <a:latin typeface="Trebuchet MS"/>
                <a:ea typeface="Segoe UI"/>
              </a:rPr>
              <a:t> * To explain model decisions, asimple </a:t>
            </a:r>
            <a:r>
              <a:rPr b="1" lang="en-US" sz="1800" spc="-1" strike="noStrike">
                <a:solidFill>
                  <a:schemeClr val="dk1"/>
                </a:solidFill>
                <a:latin typeface="Trebuchet MS"/>
                <a:ea typeface="Segoe UI"/>
              </a:rPr>
              <a:t>occlusion</a:t>
            </a:r>
            <a:r>
              <a:rPr b="0" lang="en-US" sz="1800" spc="-1" strike="noStrike">
                <a:solidFill>
                  <a:schemeClr val="dk1"/>
                </a:solidFill>
                <a:latin typeface="Trebuchet MS"/>
                <a:ea typeface="Segoe UI"/>
              </a:rPr>
              <a:t> method was employed: a small patch of the image was temporarilyhidden (occluded), and the drop in the model's prediction confidence for the original classwas measured. A larger drop indicated higher importance for that occluded region, whichwas then visually represented as 'brighter' in the importance maps. * For </a:t>
            </a:r>
            <a:r>
              <a:rPr b="1" lang="en-US" sz="1800" spc="-1" strike="noStrike">
                <a:solidFill>
                  <a:schemeClr val="dk1"/>
                </a:solidFill>
                <a:latin typeface="Trebuchet MS"/>
                <a:ea typeface="Segoe UI"/>
              </a:rPr>
              <a:t>Naive Bayes</a:t>
            </a:r>
            <a:r>
              <a:rPr b="0" lang="en-US" sz="1800" spc="-1" strike="noStrike">
                <a:solidFill>
                  <a:schemeClr val="dk1"/>
                </a:solidFill>
                <a:latin typeface="Trebuchet MS"/>
                <a:ea typeface="Segoe UI"/>
              </a:rPr>
              <a:t>, aspecific per-pixel contribution map was calculated based on its probabilistic structure, asocclusion isn't effective for this model. * An interactive animation was generated tovisually demonstrate this occlusion process, showing a moving patch and thecorresponding real-time changes in the CNN's probability scores.​</a:t>
            </a:r>
            <a:endParaRPr b="0" lang="en-IN" sz="1800" spc="-1" strike="noStrike">
              <a:solidFill>
                <a:srgbClr val="000000"/>
              </a:solidFill>
              <a:latin typeface="Arial"/>
            </a:endParaRPr>
          </a:p>
          <a:p>
            <a:pPr defTabSz="914400">
              <a:lnSpc>
                <a:spcPct val="100000"/>
              </a:lnSpc>
            </a:pPr>
            <a:r>
              <a:rPr b="1" lang="en-US" sz="1800" spc="-1" strike="noStrike">
                <a:solidFill>
                  <a:schemeClr val="dk1"/>
                </a:solidFill>
                <a:latin typeface="Trebuchet MS"/>
                <a:ea typeface="Segoe UI"/>
              </a:rPr>
              <a:t>5. Cohort Selection for Analysis:</a:t>
            </a:r>
            <a:r>
              <a:rPr b="0" lang="en-US" sz="1800" spc="-1" strike="noStrike">
                <a:solidFill>
                  <a:schemeClr val="dk1"/>
                </a:solidFill>
                <a:latin typeface="Trebuchet MS"/>
                <a:ea typeface="Segoe UI"/>
              </a:rPr>
              <a:t> * Test set examples were grouped into three insightfulcohorts: * </a:t>
            </a:r>
            <a:r>
              <a:rPr b="1" lang="en-US" sz="1800" spc="-1" strike="noStrike">
                <a:solidFill>
                  <a:schemeClr val="dk1"/>
                </a:solidFill>
                <a:latin typeface="Trebuchet MS"/>
                <a:ea typeface="Segoe UI"/>
              </a:rPr>
              <a:t>All Correct:</a:t>
            </a:r>
            <a:r>
              <a:rPr b="0" lang="en-US" sz="1800" spc="-1" strike="noStrike">
                <a:solidFill>
                  <a:schemeClr val="dk1"/>
                </a:solidFill>
                <a:latin typeface="Trebuchet MS"/>
                <a:ea typeface="Segoe UI"/>
              </a:rPr>
              <a:t> Examples where all five models made the correct prediction. * </a:t>
            </a:r>
            <a:r>
              <a:rPr b="1" lang="en-US" sz="1800" spc="-1" strike="noStrike">
                <a:solidFill>
                  <a:schemeClr val="dk1"/>
                </a:solidFill>
                <a:latin typeface="Trebuchet MS"/>
                <a:ea typeface="Segoe UI"/>
              </a:rPr>
              <a:t>CNNRight, Others Wrong:</a:t>
            </a:r>
            <a:r>
              <a:rPr b="0" lang="en-US" sz="1800" spc="-1" strike="noStrike">
                <a:solidFill>
                  <a:schemeClr val="dk1"/>
                </a:solidFill>
                <a:latin typeface="Trebuchet MS"/>
                <a:ea typeface="Segoe UI"/>
              </a:rPr>
              <a:t> Examples where the CNN was correct, but at least one other modelfailed. * </a:t>
            </a:r>
            <a:r>
              <a:rPr b="1" lang="en-US" sz="1800" spc="-1" strike="noStrike">
                <a:solidFill>
                  <a:schemeClr val="dk1"/>
                </a:solidFill>
                <a:latin typeface="Trebuchet MS"/>
                <a:ea typeface="Segoe UI"/>
              </a:rPr>
              <a:t>All Wrong:</a:t>
            </a:r>
            <a:r>
              <a:rPr b="0" lang="en-US" sz="1800" spc="-1" strike="noStrike">
                <a:solidFill>
                  <a:schemeClr val="dk1"/>
                </a:solidFill>
                <a:latin typeface="Trebuchet MS"/>
                <a:ea typeface="Segoe UI"/>
              </a:rPr>
              <a:t> Ambiguous examples where all five models failed.​</a:t>
            </a:r>
            <a:endParaRPr b="0" lang="en-IN" sz="1800" spc="-1" strike="noStrike">
              <a:solidFill>
                <a:srgbClr val="000000"/>
              </a:solidFill>
              <a:latin typeface="Arial"/>
            </a:endParaRPr>
          </a:p>
          <a:p>
            <a:pPr defTabSz="914400">
              <a:lnSpc>
                <a:spcPct val="100000"/>
              </a:lnSpc>
            </a:pPr>
            <a:r>
              <a:rPr b="1" lang="en-US" sz="1800" spc="-1" strike="noStrike">
                <a:solidFill>
                  <a:schemeClr val="dk1"/>
                </a:solidFill>
                <a:latin typeface="Trebuchet MS"/>
                <a:ea typeface="Segoe UI"/>
              </a:rPr>
              <a:t>6. Visual Comparisons and Deep Dive:</a:t>
            </a:r>
            <a:r>
              <a:rPr b="0" lang="en-US" sz="1800" spc="-1" strike="noStrike">
                <a:solidFill>
                  <a:schemeClr val="dk1"/>
                </a:solidFill>
                <a:latin typeface="Trebuchet MS"/>
                <a:ea typeface="Segoe UI"/>
              </a:rPr>
              <a:t> * The core of the analysis involved rendering visualcomparison rows for selected examples from these cohorts. Each row displayed theoriginal image alongside five panels, one for each model, showing its prediction,confidence, correctness, and the 'brighter = mattered more' importance map. * Adedicated </a:t>
            </a:r>
            <a:r>
              <a:rPr b="1" lang="en-US" sz="1800" spc="-1" strike="noStrike">
                <a:solidFill>
                  <a:schemeClr val="dk1"/>
                </a:solidFill>
                <a:latin typeface="Trebuchet MS"/>
                <a:ea typeface="Segoe UI"/>
              </a:rPr>
              <a:t>KNN Deep Dive</a:t>
            </a:r>
            <a:r>
              <a:rPr b="0" lang="en-US" sz="1800" spc="-1" strike="noStrike">
                <a:solidFill>
                  <a:schemeClr val="dk1"/>
                </a:solidFill>
                <a:latin typeface="Trebuchet MS"/>
                <a:ea typeface="Segoe UI"/>
              </a:rPr>
              <a:t> section illustrated KNN's decision by showing a test image, itssingle nearest neighbor from the training set, and a difference map between the two. Thisclarified KNN's instance-based reasoning. * A compact panel summarizing the CNN'socclusion sensitivity for one correctly classified example of </a:t>
            </a:r>
            <a:r>
              <a:rPr b="0" i="1" lang="en-US" sz="1800" spc="-1" strike="noStrike">
                <a:solidFill>
                  <a:schemeClr val="dk1"/>
                </a:solidFill>
                <a:latin typeface="Trebuchet MS"/>
                <a:ea typeface="Segoe UI"/>
              </a:rPr>
              <a:t>each digit</a:t>
            </a:r>
            <a:r>
              <a:rPr b="0" lang="en-US" sz="1800" spc="-1" strike="noStrike">
                <a:solidFill>
                  <a:schemeClr val="dk1"/>
                </a:solidFill>
                <a:latin typeface="Trebuchet MS"/>
                <a:ea typeface="Segoe UI"/>
              </a:rPr>
              <a:t> (0-9) was alsogenerated, allowing for a quick overview of how the CNN recognizes different numbers.​</a:t>
            </a:r>
            <a:endParaRPr b="0" lang="en-IN" sz="1800" spc="-1" strike="noStrike">
              <a:solidFill>
                <a:srgbClr val="000000"/>
              </a:solidFill>
              <a:latin typeface="Arial"/>
            </a:endParaRPr>
          </a:p>
          <a:p>
            <a:pPr algn="ctr" defTabSz="914400">
              <a:lnSpc>
                <a:spcPct val="100000"/>
              </a:lnSpc>
            </a:pP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6" name="TextBox 3"/>
          <p:cNvSpPr/>
          <p:nvPr/>
        </p:nvSpPr>
        <p:spPr>
          <a:xfrm>
            <a:off x="646920" y="884160"/>
            <a:ext cx="4686480" cy="3605400"/>
          </a:xfrm>
          <a:prstGeom prst="rect">
            <a:avLst/>
          </a:prstGeom>
          <a:noFill/>
          <a:ln w="0">
            <a:noFill/>
          </a:ln>
        </p:spPr>
        <p:style>
          <a:lnRef idx="0"/>
          <a:fillRef idx="0"/>
          <a:effectRef idx="0"/>
          <a:fontRef idx="minor"/>
        </p:style>
        <p:txBody>
          <a:bodyPr numCol="1" spcCol="0" horzOverflow="overflow" anchor="t">
            <a:spAutoFit/>
          </a:bodyPr>
          <a:p>
            <a:pPr defTabSz="914400">
              <a:lnSpc>
                <a:spcPts val="1276"/>
              </a:lnSpc>
            </a:pPr>
            <a:r>
              <a:rPr b="1" lang="en-US" sz="1800" spc="-1" strike="noStrike">
                <a:solidFill>
                  <a:schemeClr val="dk1"/>
                </a:solidFill>
                <a:latin typeface="Trebuchet MS"/>
                <a:ea typeface="Segoe UI"/>
              </a:rPr>
              <a:t>7. Key Takeaways:</a:t>
            </a:r>
            <a:r>
              <a:rPr b="0" lang="en-US" sz="1800" spc="-1" strike="noStrike">
                <a:solidFill>
                  <a:schemeClr val="dk1"/>
                </a:solidFill>
                <a:latin typeface="Trebuchet MS"/>
                <a:ea typeface="Segoe UI"/>
              </a:rPr>
              <a:t> * The </a:t>
            </a:r>
            <a:r>
              <a:rPr b="1" lang="en-US" sz="1800" spc="-1" strike="noStrike">
                <a:solidFill>
                  <a:schemeClr val="dk1"/>
                </a:solidFill>
                <a:latin typeface="Trebuchet MS"/>
                <a:ea typeface="Segoe UI"/>
              </a:rPr>
              <a:t>CNN</a:t>
            </a:r>
            <a:r>
              <a:rPr b="0" lang="en-US" sz="1800" spc="-1" strike="noStrike">
                <a:solidFill>
                  <a:schemeClr val="dk1"/>
                </a:solidFill>
                <a:latin typeface="Trebuchet MS"/>
                <a:ea typeface="Segoe UI"/>
              </a:rPr>
              <a:t> proved superior due to its ability to learn local, generalizedstroke features.</a:t>
            </a:r>
            <a:endParaRPr b="0" lang="en-IN" sz="1800" spc="-1" strike="noStrike">
              <a:solidFill>
                <a:srgbClr val="000000"/>
              </a:solidFill>
              <a:latin typeface="Arial"/>
            </a:endParaRPr>
          </a:p>
          <a:p>
            <a:pPr defTabSz="914400">
              <a:lnSpc>
                <a:spcPts val="1276"/>
              </a:lnSpc>
            </a:pPr>
            <a:endParaRPr b="0" lang="en-IN" sz="1800" spc="-1" strike="noStrike">
              <a:solidFill>
                <a:srgbClr val="000000"/>
              </a:solidFill>
              <a:latin typeface="Arial"/>
            </a:endParaRPr>
          </a:p>
          <a:p>
            <a:pPr defTabSz="914400">
              <a:lnSpc>
                <a:spcPts val="1276"/>
              </a:lnSpc>
            </a:pPr>
            <a:endParaRPr b="0" lang="en-IN" sz="1800" spc="-1" strike="noStrike">
              <a:solidFill>
                <a:srgbClr val="000000"/>
              </a:solidFill>
              <a:latin typeface="Arial"/>
            </a:endParaRPr>
          </a:p>
          <a:p>
            <a:pPr defTabSz="914400">
              <a:lnSpc>
                <a:spcPts val="1276"/>
              </a:lnSpc>
            </a:pPr>
            <a:r>
              <a:rPr b="0" lang="en-US" sz="1800" spc="-1" strike="noStrike">
                <a:solidFill>
                  <a:schemeClr val="dk1"/>
                </a:solidFill>
                <a:latin typeface="Trebuchet MS"/>
                <a:ea typeface="Segoe UI"/>
              </a:rPr>
              <a:t> </a:t>
            </a:r>
            <a:r>
              <a:rPr b="0" lang="en-US" sz="1800" spc="-1" strike="noStrike">
                <a:solidFill>
                  <a:schemeClr val="dk1"/>
                </a:solidFill>
                <a:latin typeface="Trebuchet MS"/>
                <a:ea typeface="Segoe UI"/>
              </a:rPr>
              <a:t>* </a:t>
            </a:r>
            <a:r>
              <a:rPr b="1" lang="en-US" sz="1800" spc="-1" strike="noStrike">
                <a:solidFill>
                  <a:schemeClr val="dk1"/>
                </a:solidFill>
                <a:latin typeface="Trebuchet MS"/>
                <a:ea typeface="Segoe UI"/>
              </a:rPr>
              <a:t>KNN</a:t>
            </a:r>
            <a:r>
              <a:rPr b="0" lang="en-US" sz="1800" spc="-1" strike="noStrike">
                <a:solidFill>
                  <a:schemeClr val="dk1"/>
                </a:solidFill>
                <a:latin typeface="Trebuchet MS"/>
                <a:ea typeface="Segoe UI"/>
              </a:rPr>
              <a:t> performed well on MNIST's often 'similar' examples but relied onmemorized instances, not learned features. * </a:t>
            </a:r>
            <a:r>
              <a:rPr b="1" lang="en-US" sz="1800" spc="-1" strike="noStrike">
                <a:solidFill>
                  <a:schemeClr val="dk1"/>
                </a:solidFill>
                <a:latin typeface="Trebuchet MS"/>
                <a:ea typeface="Segoe UI"/>
              </a:rPr>
              <a:t>Decision Trees</a:t>
            </a:r>
            <a:r>
              <a:rPr b="0" lang="en-US" sz="1800" spc="-1" strike="noStrike">
                <a:solidFill>
                  <a:schemeClr val="dk1"/>
                </a:solidFill>
                <a:latin typeface="Trebuchet MS"/>
                <a:ea typeface="Segoe UI"/>
              </a:rPr>
              <a:t> and </a:t>
            </a:r>
            <a:r>
              <a:rPr b="1" lang="en-US" sz="1800" spc="-1" strike="noStrike">
                <a:solidFill>
                  <a:schemeClr val="dk1"/>
                </a:solidFill>
                <a:latin typeface="Trebuchet MS"/>
                <a:ea typeface="Segoe UI"/>
              </a:rPr>
              <a:t>Naive Bayes</a:t>
            </a:r>
            <a:r>
              <a:rPr b="0" lang="en-US" sz="1800" spc="-1" strike="noStrike">
                <a:solidFill>
                  <a:schemeClr val="dk1"/>
                </a:solidFill>
                <a:latin typeface="Trebuchet MS"/>
                <a:ea typeface="Segoe UI"/>
              </a:rPr>
              <a:t> served assimpler baselines, often struggling due to their reliance on per-pixel rules orindependence assumptions.​​</a:t>
            </a:r>
            <a:endParaRPr b="0" lang="en-IN" sz="1800" spc="-1" strike="noStrike">
              <a:solidFill>
                <a:srgbClr val="000000"/>
              </a:solidFill>
              <a:latin typeface="Arial"/>
            </a:endParaRPr>
          </a:p>
          <a:p>
            <a:pPr defTabSz="914400">
              <a:lnSpc>
                <a:spcPts val="1276"/>
              </a:lnSpc>
            </a:pPr>
            <a:r>
              <a:rPr b="0" lang="en-US" sz="1800" spc="-1" strike="noStrike">
                <a:solidFill>
                  <a:schemeClr val="dk1"/>
                </a:solidFill>
                <a:latin typeface="Trebuchet MS"/>
                <a:ea typeface="Segoe UI"/>
              </a:rPr>
              <a:t>In essence, the notebook successfully demonstrated the comparative performance ofvarious classifiers on MNIST and, more importantly, provided an intuitive, visualexplanation of </a:t>
            </a:r>
            <a:r>
              <a:rPr b="0" i="1" lang="en-US" sz="1800" spc="-1" strike="noStrike">
                <a:solidFill>
                  <a:schemeClr val="dk1"/>
                </a:solidFill>
                <a:latin typeface="Trebuchet MS"/>
                <a:ea typeface="Segoe UI"/>
              </a:rPr>
              <a:t>why</a:t>
            </a:r>
            <a:r>
              <a:rPr b="0" lang="en-US" sz="1800" spc="-1" strike="noStrike">
                <a:solidFill>
                  <a:schemeClr val="dk1"/>
                </a:solidFill>
                <a:latin typeface="Trebuchet MS"/>
                <a:ea typeface="Segoe UI"/>
              </a:rPr>
              <a:t> each model made its predictions, making complex machine learningconcepts accessible.​​</a:t>
            </a:r>
            <a:endParaRPr b="0" lang="en-IN" sz="1800" spc="-1" strike="noStrike">
              <a:solidFill>
                <a:srgbClr val="000000"/>
              </a:solidFill>
              <a:latin typeface="Arial"/>
            </a:endParaRPr>
          </a:p>
          <a:p>
            <a:pPr algn="ctr" defTabSz="914400">
              <a:lnSpc>
                <a:spcPct val="100000"/>
              </a:lnSpc>
            </a:pP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5.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6.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7.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8.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9.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office theme</Template>
  <TotalTime>8</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2025-11-06T08:41:43Z</dcterms:created>
  <dc:creator/>
  <dc:description/>
  <dc:language>en-IN</dc:language>
  <cp:lastModifiedBy/>
  <dcterms:modified xsi:type="dcterms:W3CDTF">2025-11-25T11:24:43Z</dcterms:modified>
  <cp:revision>740</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41</vt:i4>
  </property>
</Properties>
</file>